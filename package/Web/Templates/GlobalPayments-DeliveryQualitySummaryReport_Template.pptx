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8" r:id="rId1"/>
  </p:sldMasterIdLst>
  <p:notesMasterIdLst>
    <p:notesMasterId r:id="rId5"/>
  </p:notesMasterIdLst>
  <p:sldIdLst>
    <p:sldId id="256" r:id="rId2"/>
    <p:sldId id="261" r:id="rId3"/>
    <p:sldId id="302" r:id="rId4"/>
  </p:sldIdLst>
  <p:sldSz cx="9144000" cy="5143500" type="screen16x9"/>
  <p:notesSz cx="6858000" cy="9144000"/>
  <p:embeddedFontLst>
    <p:embeddedFont>
      <p:font typeface="Proxima Nova Semibold" panose="020B0604020202020204" charset="0"/>
      <p:regular r:id="rId6"/>
      <p:bold r:id="rId7"/>
      <p:italic r:id="rId8"/>
      <p:boldItalic r:id="rId9"/>
    </p:embeddedFont>
    <p:embeddedFont>
      <p:font typeface="Proxima Nova" panose="020B0604020202020204" charset="0"/>
      <p:regular r:id="rId10"/>
      <p:bold r:id="rId11"/>
      <p:italic r:id="rId12"/>
      <p:boldItalic r:id="rId1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2232">
          <p15:clr>
            <a:srgbClr val="747775"/>
          </p15:clr>
        </p15:guide>
        <p15:guide id="4" orient="horz" pos="2309">
          <p15:clr>
            <a:srgbClr val="747775"/>
          </p15:clr>
        </p15:guide>
        <p15:guide id="5" orient="horz" pos="288">
          <p15:clr>
            <a:srgbClr val="747775"/>
          </p15:clr>
        </p15:guide>
        <p15:guide id="6" orient="horz" pos="400">
          <p15:clr>
            <a:srgbClr val="747775"/>
          </p15:clr>
        </p15:guide>
        <p15:guide id="7" orient="horz" pos="216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EAD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C8AD849-AEEE-64AC-2305-CD32CD40CD1D}" v="4" dt="2025-07-21T11:17:14.760"/>
  </p1510:revLst>
</p1510:revInfo>
</file>

<file path=ppt/tableStyles.xml><?xml version="1.0" encoding="utf-8"?>
<a:tblStyleLst xmlns:a="http://schemas.openxmlformats.org/drawingml/2006/main" def="{5AFAC62B-A618-42A5-8994-EA0B5B9DC17A}">
  <a:tblStyle styleId="{5AFAC62B-A618-42A5-8994-EA0B5B9DC17A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0" d="100"/>
          <a:sy n="110" d="100"/>
        </p:scale>
        <p:origin x="658" y="67"/>
      </p:cViewPr>
      <p:guideLst>
        <p:guide orient="horz" pos="1620"/>
        <p:guide pos="2880"/>
        <p:guide orient="horz" pos="2232"/>
        <p:guide orient="horz" pos="2309"/>
        <p:guide orient="horz" pos="288"/>
        <p:guide orient="horz" pos="40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3.fntdata"/><Relationship Id="rId13" Type="http://schemas.openxmlformats.org/officeDocument/2006/relationships/font" Target="fonts/font8.fntdata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font" Target="fonts/font2.fntdata"/><Relationship Id="rId12" Type="http://schemas.openxmlformats.org/officeDocument/2006/relationships/font" Target="fonts/font7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1.fntdata"/><Relationship Id="rId11" Type="http://schemas.openxmlformats.org/officeDocument/2006/relationships/font" Target="fonts/font6.fntdata"/><Relationship Id="rId5" Type="http://schemas.openxmlformats.org/officeDocument/2006/relationships/notesMaster" Target="notesMasters/notesMaster1.xml"/><Relationship Id="rId15" Type="http://schemas.openxmlformats.org/officeDocument/2006/relationships/viewProps" Target="viewProps.xml"/><Relationship Id="rId10" Type="http://schemas.openxmlformats.org/officeDocument/2006/relationships/font" Target="fonts/font5.fntdata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font" Target="fonts/font4.fntdata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thanraj Rajamanickam" userId="366afdce-18c6-4390-9b1b-528db64b63e1" providerId="ADAL" clId="{AE7BB4BA-B4C2-4A31-962D-32BDCEA9D29E}"/>
    <pc:docChg chg="undo custSel modSld">
      <pc:chgData name="Mathanraj Rajamanickam" userId="366afdce-18c6-4390-9b1b-528db64b63e1" providerId="ADAL" clId="{AE7BB4BA-B4C2-4A31-962D-32BDCEA9D29E}" dt="2024-04-08T10:03:58.569" v="284" actId="20577"/>
      <pc:docMkLst>
        <pc:docMk/>
      </pc:docMkLst>
      <pc:sldChg chg="modSp">
        <pc:chgData name="Mathanraj Rajamanickam" userId="366afdce-18c6-4390-9b1b-528db64b63e1" providerId="ADAL" clId="{AE7BB4BA-B4C2-4A31-962D-32BDCEA9D29E}" dt="2024-04-07T19:09:19.135" v="43" actId="255"/>
        <pc:sldMkLst>
          <pc:docMk/>
          <pc:sldMk cId="0" sldId="256"/>
        </pc:sldMkLst>
      </pc:sldChg>
      <pc:sldChg chg="addSp delSp modSp mod">
        <pc:chgData name="Mathanraj Rajamanickam" userId="366afdce-18c6-4390-9b1b-528db64b63e1" providerId="ADAL" clId="{AE7BB4BA-B4C2-4A31-962D-32BDCEA9D29E}" dt="2024-04-08T10:03:58.569" v="284" actId="20577"/>
        <pc:sldMkLst>
          <pc:docMk/>
          <pc:sldMk cId="2055651967" sldId="261"/>
        </pc:sldMkLst>
      </pc:sldChg>
    </pc:docChg>
  </pc:docChgLst>
  <pc:docChgLst>
    <pc:chgData name="Ganapathi Raman Balasubramanian" userId="S::ganapathiraman.balasubramanian@relevantz.com::247ae5df-ceb6-45f3-8348-160261a4c620" providerId="AD" clId="Web-{3C8AD849-AEEE-64AC-2305-CD32CD40CD1D}"/>
    <pc:docChg chg="mod modSld">
      <pc:chgData name="Ganapathi Raman Balasubramanian" userId="S::ganapathiraman.balasubramanian@relevantz.com::247ae5df-ceb6-45f3-8348-160261a4c620" providerId="AD" clId="Web-{3C8AD849-AEEE-64AC-2305-CD32CD40CD1D}" dt="2025-07-21T11:17:12.994" v="1" actId="20577"/>
      <pc:docMkLst>
        <pc:docMk/>
      </pc:docMkLst>
      <pc:sldChg chg="modSp">
        <pc:chgData name="Ganapathi Raman Balasubramanian" userId="S::ganapathiraman.balasubramanian@relevantz.com::247ae5df-ceb6-45f3-8348-160261a4c620" providerId="AD" clId="Web-{3C8AD849-AEEE-64AC-2305-CD32CD40CD1D}" dt="2025-07-21T11:17:12.994" v="1" actId="20577"/>
        <pc:sldMkLst>
          <pc:docMk/>
          <pc:sldMk cId="2055651967" sldId="261"/>
        </pc:sldMkLst>
        <pc:spChg chg="mod">
          <ac:chgData name="Ganapathi Raman Balasubramanian" userId="S::ganapathiraman.balasubramanian@relevantz.com::247ae5df-ceb6-45f3-8348-160261a4c620" providerId="AD" clId="Web-{3C8AD849-AEEE-64AC-2305-CD32CD40CD1D}" dt="2025-07-21T11:17:12.994" v="1" actId="20577"/>
          <ac:spMkLst>
            <pc:docMk/>
            <pc:sldMk cId="2055651967" sldId="261"/>
            <ac:spMk id="2" creationId="{15C51C38-AC69-59A8-5F8A-B9B6F4AAD0D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11aa32a186c_4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11aa32a186c_4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g29d3e9e3d32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76" name="Google Shape;376;g29d3e9e3d32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4443809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g11f6ba1f106_0_2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5" name="Google Shape;465;g11f6ba1f106_0_2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59405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://www.relevantz.com" TargetMode="External"/><Relationship Id="rId2" Type="http://schemas.openxmlformats.org/officeDocument/2006/relationships/hyperlink" Target="http://www.cognizant.com/" TargetMode="External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.png"/><Relationship Id="rId5" Type="http://schemas.openxmlformats.org/officeDocument/2006/relationships/image" Target="../media/image3.png"/><Relationship Id="rId4" Type="http://schemas.openxmlformats.org/officeDocument/2006/relationships/hyperlink" Target="https://www.linkedin.com/company/relevantz/" TargetMode="Externa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6" Type="http://schemas.openxmlformats.org/officeDocument/2006/relationships/hyperlink" Target="https://www.linkedin.com/company/relevantz/" TargetMode="External"/><Relationship Id="rId5" Type="http://schemas.openxmlformats.org/officeDocument/2006/relationships/hyperlink" Target="http://www.relevantz.com" TargetMode="External"/><Relationship Id="rId4" Type="http://schemas.openxmlformats.org/officeDocument/2006/relationships/hyperlink" Target="http://www.cognizant.com/" TargetMode="Externa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uble line heading cover slide - Blue BG 3">
  <p:cSld name="TITLE_1_1_1_1">
    <p:bg>
      <p:bgPr>
        <a:noFill/>
        <a:effectLst/>
      </p:bgPr>
    </p:bg>
    <p:spTree>
      <p:nvGrpSpPr>
        <p:cNvPr id="1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oogle Shape;7;p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8;p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0">
                <a:srgbClr val="25235B">
                  <a:alpha val="0"/>
                </a:srgbClr>
              </a:gs>
              <a:gs pos="25000">
                <a:srgbClr val="25235B">
                  <a:alpha val="0"/>
                </a:srgbClr>
              </a:gs>
              <a:gs pos="45000">
                <a:srgbClr val="25235B">
                  <a:alpha val="0"/>
                </a:srgbClr>
              </a:gs>
              <a:gs pos="63000">
                <a:srgbClr val="25235B">
                  <a:alpha val="0"/>
                </a:srgbClr>
              </a:gs>
              <a:gs pos="83000">
                <a:srgbClr val="25235B">
                  <a:alpha val="0"/>
                </a:srgbClr>
              </a:gs>
              <a:gs pos="100000">
                <a:srgbClr val="25235B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" name="Google Shape;9;p2"/>
          <p:cNvPicPr preferRelativeResize="0"/>
          <p:nvPr/>
        </p:nvPicPr>
        <p:blipFill rotWithShape="1">
          <a:blip r:embed="rId3">
            <a:alphaModFix/>
          </a:blip>
          <a:srcRect t="1200" b="1200"/>
          <a:stretch/>
        </p:blipFill>
        <p:spPr>
          <a:xfrm>
            <a:off x="457200" y="495086"/>
            <a:ext cx="2751373" cy="640925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2"/>
          <p:cNvSpPr txBox="1">
            <a:spLocks noGrp="1"/>
          </p:cNvSpPr>
          <p:nvPr>
            <p:ph type="title"/>
          </p:nvPr>
        </p:nvSpPr>
        <p:spPr>
          <a:xfrm>
            <a:off x="457200" y="1737300"/>
            <a:ext cx="5073300" cy="137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Proxima Nova"/>
              <a:buNone/>
              <a:defRPr sz="4400" b="1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roxima Nova"/>
              <a:buNone/>
              <a:defRPr sz="4000" b="1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roxima Nova"/>
              <a:buNone/>
              <a:defRPr sz="4000" b="1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roxima Nova"/>
              <a:buNone/>
              <a:defRPr sz="4000" b="1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roxima Nova"/>
              <a:buNone/>
              <a:defRPr sz="4000" b="1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roxima Nova"/>
              <a:buNone/>
              <a:defRPr sz="4000" b="1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roxima Nova"/>
              <a:buNone/>
              <a:defRPr sz="4000" b="1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roxima Nova"/>
              <a:buNone/>
              <a:defRPr sz="4000" b="1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roxima Nova"/>
              <a:buNone/>
              <a:defRPr sz="4000" b="1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457200" y="3194675"/>
            <a:ext cx="5034900" cy="32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roxima Nova"/>
              <a:buNone/>
              <a:defRPr sz="18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roxima Nova"/>
              <a:buNone/>
              <a:defRPr sz="18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roxima Nova"/>
              <a:buNone/>
              <a:defRPr sz="18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roxima Nova"/>
              <a:buNone/>
              <a:defRPr sz="18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roxima Nova"/>
              <a:buNone/>
              <a:defRPr sz="18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roxima Nova"/>
              <a:buNone/>
              <a:defRPr sz="18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roxima Nova"/>
              <a:buNone/>
              <a:defRPr sz="18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roxima Nova"/>
              <a:buNone/>
              <a:defRPr sz="18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roxima Nova"/>
              <a:buNone/>
              <a:defRPr sz="18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  <p:pic>
        <p:nvPicPr>
          <p:cNvPr id="12" name="Google Shape;12;p2"/>
          <p:cNvPicPr preferRelativeResize="0"/>
          <p:nvPr/>
        </p:nvPicPr>
        <p:blipFill rotWithShape="1">
          <a:blip r:embed="rId4">
            <a:alphaModFix/>
          </a:blip>
          <a:srcRect l="75973" b="61115"/>
          <a:stretch/>
        </p:blipFill>
        <p:spPr>
          <a:xfrm>
            <a:off x="0" y="3709300"/>
            <a:ext cx="2049152" cy="1434200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2"/>
          <p:cNvSpPr txBox="1"/>
          <p:nvPr/>
        </p:nvSpPr>
        <p:spPr>
          <a:xfrm>
            <a:off x="2233275" y="4638630"/>
            <a:ext cx="34410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800" b="0" i="0" u="none" strike="noStrike" cap="none">
                <a:solidFill>
                  <a:srgbClr val="B5B3DA"/>
                </a:solidFill>
                <a:latin typeface="Proxima Nova"/>
                <a:ea typeface="Proxima Nova"/>
                <a:cs typeface="Proxima Nova"/>
                <a:sym typeface="Proxima Nova"/>
              </a:rPr>
              <a:t>© 2022 Relevantz Technology Services, Inc. All rights reserved</a:t>
            </a:r>
            <a:endParaRPr sz="800" b="0" i="0" u="none" strike="noStrike" cap="none">
              <a:solidFill>
                <a:srgbClr val="B5B3DA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56">
          <p15:clr>
            <a:srgbClr val="FA7B17"/>
          </p15:clr>
        </p15:guide>
        <p15:guide id="2" pos="2880">
          <p15:clr>
            <a:srgbClr val="FA7B17"/>
          </p15:clr>
        </p15:guide>
        <p15:guide id="3" pos="288">
          <p15:clr>
            <a:srgbClr val="FA7B17"/>
          </p15:clr>
        </p15:guide>
        <p15:guide id="4" pos="5472">
          <p15:clr>
            <a:srgbClr val="FA7B17"/>
          </p15:clr>
        </p15:guide>
        <p15:guide id="5" orient="horz" pos="2952">
          <p15:clr>
            <a:srgbClr val="FA7B17"/>
          </p15:clr>
        </p15:guide>
        <p15:guide id="6" orient="horz" pos="576">
          <p15:clr>
            <a:srgbClr val="FA7B17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ingle column">
  <p:cSld name="TITLE_1_1_1_1_1">
    <p:bg>
      <p:bgPr>
        <a:noFill/>
        <a:effectLst/>
      </p:bgPr>
    </p:bg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>
            <a:spLocks noGrp="1"/>
          </p:cNvSpPr>
          <p:nvPr>
            <p:ph type="subTitle" idx="1"/>
          </p:nvPr>
        </p:nvSpPr>
        <p:spPr>
          <a:xfrm>
            <a:off x="460075" y="929725"/>
            <a:ext cx="8217300" cy="2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roxima Nova Semibold"/>
              <a:buNone/>
              <a:defRPr sz="1800" b="0" i="0" u="none" strike="noStrike" cap="none">
                <a:solidFill>
                  <a:srgbClr val="00000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body" idx="2"/>
          </p:nvPr>
        </p:nvSpPr>
        <p:spPr>
          <a:xfrm>
            <a:off x="450500" y="1293950"/>
            <a:ext cx="8217300" cy="309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●"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○"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■"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●"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○"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■"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●"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○"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1400"/>
              <a:buFont typeface="Proxima Nova"/>
              <a:buChar char="■"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  <p:pic>
        <p:nvPicPr>
          <p:cNvPr id="17" name="Google Shape;17;p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65082" y="4769500"/>
            <a:ext cx="858651" cy="164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3"/>
          <p:cNvSpPr txBox="1">
            <a:spLocks noGrp="1"/>
          </p:cNvSpPr>
          <p:nvPr>
            <p:ph type="sldNum" idx="12"/>
          </p:nvPr>
        </p:nvSpPr>
        <p:spPr>
          <a:xfrm>
            <a:off x="8472450" y="4712700"/>
            <a:ext cx="548700" cy="2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25235B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25235B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25235B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25235B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25235B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25235B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25235B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25235B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25235B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" name="Google Shape;19;p3"/>
          <p:cNvSpPr txBox="1"/>
          <p:nvPr/>
        </p:nvSpPr>
        <p:spPr>
          <a:xfrm>
            <a:off x="3763400" y="4731900"/>
            <a:ext cx="1603800" cy="2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rgbClr val="999999"/>
                </a:solidFill>
                <a:highlight>
                  <a:srgbClr val="FFFFFF"/>
                </a:highlight>
                <a:latin typeface="Proxima Nova"/>
                <a:ea typeface="Proxima Nova"/>
                <a:cs typeface="Proxima Nova"/>
                <a:sym typeface="Proxima Nova"/>
              </a:rPr>
              <a:t>Confidential</a:t>
            </a:r>
            <a:endParaRPr sz="800" b="0" i="0" u="none" strike="noStrike" cap="none">
              <a:solidFill>
                <a:srgbClr val="999999"/>
              </a:solidFill>
              <a:highlight>
                <a:srgbClr val="FFFFFF"/>
              </a:highlight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20" name="Google Shape;20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4689200"/>
            <a:ext cx="614619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3"/>
          <p:cNvSpPr txBox="1">
            <a:spLocks noGrp="1"/>
          </p:cNvSpPr>
          <p:nvPr>
            <p:ph type="title"/>
          </p:nvPr>
        </p:nvSpPr>
        <p:spPr>
          <a:xfrm>
            <a:off x="469650" y="287550"/>
            <a:ext cx="8217300" cy="62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roxima Nova"/>
              <a:buNone/>
              <a:defRPr sz="2400" b="1" i="0" u="none" strike="noStrike" cap="none">
                <a:solidFill>
                  <a:schemeClr val="accen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56">
          <p15:clr>
            <a:srgbClr val="FA7B17"/>
          </p15:clr>
        </p15:guide>
        <p15:guide id="2" pos="2880">
          <p15:clr>
            <a:srgbClr val="FA7B17"/>
          </p15:clr>
        </p15:guide>
        <p15:guide id="3" pos="288">
          <p15:clr>
            <a:srgbClr val="FA7B17"/>
          </p15:clr>
        </p15:guide>
        <p15:guide id="4" pos="5472">
          <p15:clr>
            <a:srgbClr val="FA7B17"/>
          </p15:clr>
        </p15:guide>
        <p15:guide id="5" orient="horz" pos="2952">
          <p15:clr>
            <a:srgbClr val="FA7B17"/>
          </p15:clr>
        </p15:guide>
        <p15:guide id="6" orient="horz" pos="576">
          <p15:clr>
            <a:srgbClr val="FA7B17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 you 2">
  <p:cSld name="CUSTOM_3">
    <p:bg>
      <p:bgPr>
        <a:solidFill>
          <a:schemeClr val="accent1"/>
        </a:solidFill>
        <a:effectLst/>
      </p:bgPr>
    </p:bg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 txBox="1"/>
          <p:nvPr/>
        </p:nvSpPr>
        <p:spPr>
          <a:xfrm>
            <a:off x="2166200" y="3363550"/>
            <a:ext cx="6489000" cy="130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About Relevantz</a:t>
            </a:r>
            <a:endParaRPr sz="1400" b="0" i="0" u="none" strike="noStrike" cap="none">
              <a:solidFill>
                <a:schemeClr val="lt1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Relevantz Technology Services Inc. has been delivering relevant technology solutions to help improve lives for 25 years. Our team of 1200+ software engineers across 5 global offices serve customers across the finance, healthcare, insurance, media, telecom, retail, and technology sectors. Learn more at</a:t>
            </a:r>
            <a:r>
              <a:rPr lang="en-US" sz="1000" b="0" i="0" u="none" strike="noStrike" cap="none">
                <a:solidFill>
                  <a:schemeClr val="hlink"/>
                </a:solidFill>
                <a:uFill>
                  <a:noFill/>
                </a:uFill>
                <a:latin typeface="Proxima Nova"/>
                <a:ea typeface="Proxima Nova"/>
                <a:cs typeface="Proxima Nova"/>
                <a:sym typeface="Proxima Nova"/>
                <a:hlinkClick r:id="rId2"/>
              </a:rPr>
              <a:t> </a:t>
            </a:r>
            <a:r>
              <a:rPr lang="en-US" sz="1000" b="0" i="0" u="none" strike="noStrike" cap="none">
                <a:solidFill>
                  <a:schemeClr val="hlink"/>
                </a:solidFill>
                <a:uFill>
                  <a:noFill/>
                </a:uFill>
                <a:latin typeface="Proxima Nova Semibold"/>
                <a:ea typeface="Proxima Nova Semibold"/>
                <a:cs typeface="Proxima Nova Semibold"/>
                <a:sym typeface="Proxima Nova Semibold"/>
                <a:hlinkClick r:id="rId3"/>
              </a:rPr>
              <a:t>www.relevantz.com</a:t>
            </a:r>
            <a:r>
              <a:rPr lang="en-US" sz="10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 or </a:t>
            </a:r>
            <a:r>
              <a:rPr lang="en-US" sz="1000" b="0" i="0" u="none" strike="noStrike" cap="none">
                <a:solidFill>
                  <a:schemeClr val="hlink"/>
                </a:solidFill>
                <a:uFill>
                  <a:noFill/>
                </a:uFill>
                <a:latin typeface="Proxima Nova"/>
                <a:ea typeface="Proxima Nova"/>
                <a:cs typeface="Proxima Nova"/>
                <a:sym typeface="Proxima Nova"/>
                <a:hlinkClick r:id="rId4"/>
              </a:rPr>
              <a:t>@relevantz</a:t>
            </a:r>
            <a:endParaRPr sz="1000" b="0" i="0" u="none" strike="noStrike" cap="none">
              <a:solidFill>
                <a:schemeClr val="lt1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00" b="0" i="0" u="none" strike="noStrike" cap="none">
              <a:solidFill>
                <a:schemeClr val="lt1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© 2022 Relevantz Technology Services, Inc. All rights reserved</a:t>
            </a:r>
            <a:endParaRPr sz="1000" b="0" i="0" u="none" strike="noStrike" cap="none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4" name="Google Shape;24;p4"/>
          <p:cNvSpPr/>
          <p:nvPr/>
        </p:nvSpPr>
        <p:spPr>
          <a:xfrm>
            <a:off x="2166199" y="3057550"/>
            <a:ext cx="6492300" cy="27900"/>
          </a:xfrm>
          <a:prstGeom prst="rect">
            <a:avLst/>
          </a:prstGeom>
          <a:gradFill>
            <a:gsLst>
              <a:gs pos="0">
                <a:srgbClr val="82297B"/>
              </a:gs>
              <a:gs pos="100000">
                <a:srgbClr val="BF2151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25" name="Google Shape;25;p4"/>
          <p:cNvPicPr preferRelativeResize="0"/>
          <p:nvPr/>
        </p:nvPicPr>
        <p:blipFill rotWithShape="1">
          <a:blip r:embed="rId5">
            <a:alphaModFix/>
          </a:blip>
          <a:srcRect l="75973" b="53060"/>
          <a:stretch/>
        </p:blipFill>
        <p:spPr>
          <a:xfrm>
            <a:off x="0" y="3412175"/>
            <a:ext cx="2049152" cy="1731325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Google Shape;26;p4"/>
          <p:cNvSpPr txBox="1"/>
          <p:nvPr/>
        </p:nvSpPr>
        <p:spPr>
          <a:xfrm>
            <a:off x="2099100" y="1456925"/>
            <a:ext cx="52620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en-US" sz="44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THANK YOU</a:t>
            </a:r>
            <a:endParaRPr sz="4400" b="0" i="0" u="none" strike="noStrike" cap="none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27" name="Google Shape;27;p4"/>
          <p:cNvPicPr preferRelativeResize="0"/>
          <p:nvPr/>
        </p:nvPicPr>
        <p:blipFill rotWithShape="1">
          <a:blip r:embed="rId6">
            <a:alphaModFix/>
          </a:blip>
          <a:srcRect t="1200" b="1200"/>
          <a:stretch/>
        </p:blipFill>
        <p:spPr>
          <a:xfrm>
            <a:off x="6869576" y="422954"/>
            <a:ext cx="1785598" cy="415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A7B17"/>
          </p15:clr>
        </p15:guide>
        <p15:guide id="2" pos="2880">
          <p15:clr>
            <a:srgbClr val="FA7B17"/>
          </p15:clr>
        </p15:guide>
        <p15:guide id="3" pos="5454">
          <p15:clr>
            <a:srgbClr val="FA7B17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uble line heading cover slide - Blue BG 2">
  <p:cSld name="TITLE_1_1_1_1_2">
    <p:bg>
      <p:bgPr>
        <a:noFill/>
        <a:effectLst/>
      </p:bgPr>
    </p:bg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oogle Shape;29;p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0">
                <a:srgbClr val="25235B">
                  <a:alpha val="0"/>
                </a:srgbClr>
              </a:gs>
              <a:gs pos="25000">
                <a:srgbClr val="25235B">
                  <a:alpha val="0"/>
                </a:srgbClr>
              </a:gs>
              <a:gs pos="45000">
                <a:srgbClr val="25235B">
                  <a:alpha val="0"/>
                </a:srgbClr>
              </a:gs>
              <a:gs pos="63000">
                <a:srgbClr val="25235B">
                  <a:alpha val="0"/>
                </a:srgbClr>
              </a:gs>
              <a:gs pos="83000">
                <a:srgbClr val="25235B">
                  <a:alpha val="0"/>
                </a:srgbClr>
              </a:gs>
              <a:gs pos="100000">
                <a:srgbClr val="25235B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1" name="Google Shape;31;p5"/>
          <p:cNvPicPr preferRelativeResize="0"/>
          <p:nvPr/>
        </p:nvPicPr>
        <p:blipFill rotWithShape="1">
          <a:blip r:embed="rId3">
            <a:alphaModFix/>
          </a:blip>
          <a:srcRect t="1200" b="1200"/>
          <a:stretch/>
        </p:blipFill>
        <p:spPr>
          <a:xfrm>
            <a:off x="457200" y="495086"/>
            <a:ext cx="2751373" cy="640925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5"/>
          <p:cNvSpPr txBox="1">
            <a:spLocks noGrp="1"/>
          </p:cNvSpPr>
          <p:nvPr>
            <p:ph type="title"/>
          </p:nvPr>
        </p:nvSpPr>
        <p:spPr>
          <a:xfrm>
            <a:off x="457200" y="1737300"/>
            <a:ext cx="5073300" cy="137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Proxima Nova"/>
              <a:buNone/>
              <a:defRPr sz="4400" b="1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roxima Nova"/>
              <a:buNone/>
              <a:defRPr sz="4000" b="1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roxima Nova"/>
              <a:buNone/>
              <a:defRPr sz="4000" b="1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roxima Nova"/>
              <a:buNone/>
              <a:defRPr sz="4000" b="1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roxima Nova"/>
              <a:buNone/>
              <a:defRPr sz="4000" b="1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roxima Nova"/>
              <a:buNone/>
              <a:defRPr sz="4000" b="1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roxima Nova"/>
              <a:buNone/>
              <a:defRPr sz="4000" b="1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roxima Nova"/>
              <a:buNone/>
              <a:defRPr sz="4000" b="1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roxima Nova"/>
              <a:buNone/>
              <a:defRPr sz="4000" b="1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subTitle" idx="1"/>
          </p:nvPr>
        </p:nvSpPr>
        <p:spPr>
          <a:xfrm>
            <a:off x="457200" y="3194675"/>
            <a:ext cx="5034900" cy="32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roxima Nova"/>
              <a:buNone/>
              <a:defRPr sz="18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roxima Nova"/>
              <a:buNone/>
              <a:defRPr sz="18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roxima Nova"/>
              <a:buNone/>
              <a:defRPr sz="18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roxima Nova"/>
              <a:buNone/>
              <a:defRPr sz="18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roxima Nova"/>
              <a:buNone/>
              <a:defRPr sz="18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roxima Nova"/>
              <a:buNone/>
              <a:defRPr sz="18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roxima Nova"/>
              <a:buNone/>
              <a:defRPr sz="18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roxima Nova"/>
              <a:buNone/>
              <a:defRPr sz="18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roxima Nova"/>
              <a:buNone/>
              <a:defRPr sz="18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  <p:pic>
        <p:nvPicPr>
          <p:cNvPr id="34" name="Google Shape;34;p5"/>
          <p:cNvPicPr preferRelativeResize="0"/>
          <p:nvPr/>
        </p:nvPicPr>
        <p:blipFill rotWithShape="1">
          <a:blip r:embed="rId4">
            <a:alphaModFix/>
          </a:blip>
          <a:srcRect l="75973" b="61115"/>
          <a:stretch/>
        </p:blipFill>
        <p:spPr>
          <a:xfrm>
            <a:off x="0" y="3709300"/>
            <a:ext cx="2049152" cy="1434200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5"/>
          <p:cNvSpPr txBox="1"/>
          <p:nvPr/>
        </p:nvSpPr>
        <p:spPr>
          <a:xfrm>
            <a:off x="2233275" y="4638630"/>
            <a:ext cx="34410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800" b="0" i="0" u="none" strike="noStrike" cap="none">
                <a:solidFill>
                  <a:srgbClr val="B5B3DA"/>
                </a:solidFill>
                <a:latin typeface="Proxima Nova"/>
                <a:ea typeface="Proxima Nova"/>
                <a:cs typeface="Proxima Nova"/>
                <a:sym typeface="Proxima Nova"/>
              </a:rPr>
              <a:t>© 2022 Relevantz Technology Services, Inc. All rights reserved</a:t>
            </a:r>
            <a:endParaRPr sz="800" b="0" i="0" u="none" strike="noStrike" cap="none">
              <a:solidFill>
                <a:srgbClr val="B5B3DA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56">
          <p15:clr>
            <a:srgbClr val="FA7B17"/>
          </p15:clr>
        </p15:guide>
        <p15:guide id="2" pos="2880">
          <p15:clr>
            <a:srgbClr val="FA7B17"/>
          </p15:clr>
        </p15:guide>
        <p15:guide id="3" pos="288">
          <p15:clr>
            <a:srgbClr val="FA7B17"/>
          </p15:clr>
        </p15:guide>
        <p15:guide id="4" pos="5472">
          <p15:clr>
            <a:srgbClr val="FA7B17"/>
          </p15:clr>
        </p15:guide>
        <p15:guide id="5" orient="horz" pos="2952">
          <p15:clr>
            <a:srgbClr val="FA7B17"/>
          </p15:clr>
        </p15:guide>
        <p15:guide id="6" orient="horz" pos="576">
          <p15:clr>
            <a:srgbClr val="FA7B17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uble line heading cover slide - Blue BG 1">
  <p:cSld name="TITLE_1_1_1_1_2_1_1_1_1">
    <p:bg>
      <p:bgPr>
        <a:noFill/>
        <a:effectLst/>
      </p:bgPr>
    </p:bg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Google Shape;37;p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6"/>
          <p:cNvSpPr txBox="1">
            <a:spLocks noGrp="1"/>
          </p:cNvSpPr>
          <p:nvPr>
            <p:ph type="title"/>
          </p:nvPr>
        </p:nvSpPr>
        <p:spPr>
          <a:xfrm>
            <a:off x="457200" y="1737300"/>
            <a:ext cx="5073300" cy="137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Proxima Nova"/>
              <a:buNone/>
              <a:defRPr sz="4400" b="1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roxima Nova"/>
              <a:buNone/>
              <a:defRPr sz="4000" b="1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roxima Nova"/>
              <a:buNone/>
              <a:defRPr sz="4000" b="1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roxima Nova"/>
              <a:buNone/>
              <a:defRPr sz="4000" b="1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roxima Nova"/>
              <a:buNone/>
              <a:defRPr sz="4000" b="1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roxima Nova"/>
              <a:buNone/>
              <a:defRPr sz="4000" b="1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roxima Nova"/>
              <a:buNone/>
              <a:defRPr sz="4000" b="1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roxima Nova"/>
              <a:buNone/>
              <a:defRPr sz="4000" b="1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roxima Nova"/>
              <a:buNone/>
              <a:defRPr sz="4000" b="1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ubTitle" idx="1"/>
          </p:nvPr>
        </p:nvSpPr>
        <p:spPr>
          <a:xfrm>
            <a:off x="457200" y="3194675"/>
            <a:ext cx="5034900" cy="32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roxima Nova"/>
              <a:buNone/>
              <a:defRPr sz="18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roxima Nova"/>
              <a:buNone/>
              <a:defRPr sz="18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roxima Nova"/>
              <a:buNone/>
              <a:defRPr sz="18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roxima Nova"/>
              <a:buNone/>
              <a:defRPr sz="18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roxima Nova"/>
              <a:buNone/>
              <a:defRPr sz="18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roxima Nova"/>
              <a:buNone/>
              <a:defRPr sz="18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roxima Nova"/>
              <a:buNone/>
              <a:defRPr sz="18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roxima Nova"/>
              <a:buNone/>
              <a:defRPr sz="18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roxima Nova"/>
              <a:buNone/>
              <a:defRPr sz="18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  <p:pic>
        <p:nvPicPr>
          <p:cNvPr id="40" name="Google Shape;40;p6"/>
          <p:cNvPicPr preferRelativeResize="0"/>
          <p:nvPr/>
        </p:nvPicPr>
        <p:blipFill rotWithShape="1">
          <a:blip r:embed="rId3">
            <a:alphaModFix/>
          </a:blip>
          <a:srcRect t="1200" b="1200"/>
          <a:stretch/>
        </p:blipFill>
        <p:spPr>
          <a:xfrm>
            <a:off x="457200" y="495086"/>
            <a:ext cx="2751373" cy="640925"/>
          </a:xfrm>
          <a:prstGeom prst="rect">
            <a:avLst/>
          </a:prstGeom>
          <a:noFill/>
          <a:ln>
            <a:noFill/>
          </a:ln>
        </p:spPr>
      </p:pic>
      <p:sp>
        <p:nvSpPr>
          <p:cNvPr id="41" name="Google Shape;41;p6"/>
          <p:cNvSpPr txBox="1"/>
          <p:nvPr/>
        </p:nvSpPr>
        <p:spPr>
          <a:xfrm>
            <a:off x="2233275" y="4638630"/>
            <a:ext cx="34410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800" b="0" i="0" u="none" strike="noStrike" cap="none">
                <a:solidFill>
                  <a:srgbClr val="B5B3DA"/>
                </a:solidFill>
                <a:latin typeface="Proxima Nova"/>
                <a:ea typeface="Proxima Nova"/>
                <a:cs typeface="Proxima Nova"/>
                <a:sym typeface="Proxima Nova"/>
              </a:rPr>
              <a:t>© 2022 Relevantz Technology Services, Inc. All rights reserved</a:t>
            </a:r>
            <a:endParaRPr sz="800" b="0" i="0" u="none" strike="noStrike" cap="none">
              <a:solidFill>
                <a:srgbClr val="B5B3DA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56">
          <p15:clr>
            <a:srgbClr val="FA7B17"/>
          </p15:clr>
        </p15:guide>
        <p15:guide id="2" pos="2880">
          <p15:clr>
            <a:srgbClr val="FA7B17"/>
          </p15:clr>
        </p15:guide>
        <p15:guide id="3" pos="288">
          <p15:clr>
            <a:srgbClr val="FA7B17"/>
          </p15:clr>
        </p15:guide>
        <p15:guide id="4" pos="5472">
          <p15:clr>
            <a:srgbClr val="FA7B17"/>
          </p15:clr>
        </p15:guide>
        <p15:guide id="5" orient="horz" pos="2952">
          <p15:clr>
            <a:srgbClr val="FA7B17"/>
          </p15:clr>
        </p15:guide>
        <p15:guide id="6" orient="horz" pos="576">
          <p15:clr>
            <a:srgbClr val="FA7B17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uble column">
  <p:cSld name="TITLE_1_1_1_1_1_1">
    <p:bg>
      <p:bgPr>
        <a:noFill/>
        <a:effectLst/>
      </p:bgPr>
    </p:bg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7"/>
          <p:cNvSpPr txBox="1">
            <a:spLocks noGrp="1"/>
          </p:cNvSpPr>
          <p:nvPr>
            <p:ph type="subTitle" idx="1"/>
          </p:nvPr>
        </p:nvSpPr>
        <p:spPr>
          <a:xfrm>
            <a:off x="460075" y="929725"/>
            <a:ext cx="3757200" cy="2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roxima Nova Semibold"/>
              <a:buNone/>
              <a:defRPr sz="1800" b="0" i="0" u="none" strike="noStrike" cap="none">
                <a:solidFill>
                  <a:srgbClr val="00000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2"/>
          </p:nvPr>
        </p:nvSpPr>
        <p:spPr>
          <a:xfrm>
            <a:off x="450500" y="1293950"/>
            <a:ext cx="3853200" cy="309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●"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○"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■"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●"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○"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■"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●"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○"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1400"/>
              <a:buFont typeface="Proxima Nova"/>
              <a:buChar char="■"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subTitle" idx="3"/>
          </p:nvPr>
        </p:nvSpPr>
        <p:spPr>
          <a:xfrm>
            <a:off x="4843175" y="929725"/>
            <a:ext cx="3757200" cy="2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roxima Nova Semibold"/>
              <a:buNone/>
              <a:defRPr sz="1800" b="0" i="0" u="none" strike="noStrike" cap="none">
                <a:solidFill>
                  <a:srgbClr val="00000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body" idx="4"/>
          </p:nvPr>
        </p:nvSpPr>
        <p:spPr>
          <a:xfrm>
            <a:off x="4833600" y="1293950"/>
            <a:ext cx="3853200" cy="309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●"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○"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■"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●"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○"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■"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●"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○"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1400"/>
              <a:buFont typeface="Proxima Nova"/>
              <a:buChar char="■"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  <p:pic>
        <p:nvPicPr>
          <p:cNvPr id="47" name="Google Shape;47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65082" y="4769500"/>
            <a:ext cx="858651" cy="164500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8472450" y="4712700"/>
            <a:ext cx="548700" cy="2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25235B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25235B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25235B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25235B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25235B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25235B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25235B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25235B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25235B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9" name="Google Shape;49;p7"/>
          <p:cNvSpPr txBox="1"/>
          <p:nvPr/>
        </p:nvSpPr>
        <p:spPr>
          <a:xfrm>
            <a:off x="3763400" y="4731900"/>
            <a:ext cx="1603800" cy="2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rgbClr val="999999"/>
                </a:solidFill>
                <a:highlight>
                  <a:schemeClr val="lt1"/>
                </a:highlight>
                <a:latin typeface="Proxima Nova"/>
                <a:ea typeface="Proxima Nova"/>
                <a:cs typeface="Proxima Nova"/>
                <a:sym typeface="Proxima Nova"/>
              </a:rPr>
              <a:t>Confidential</a:t>
            </a:r>
            <a:endParaRPr sz="800" b="0" i="0" u="none" strike="noStrike" cap="none">
              <a:solidFill>
                <a:srgbClr val="999999"/>
              </a:solidFill>
              <a:highlight>
                <a:srgbClr val="FFFFFF"/>
              </a:highlight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50" name="Google Shape;50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4689200"/>
            <a:ext cx="614619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Google Shape;51;p7"/>
          <p:cNvSpPr txBox="1">
            <a:spLocks noGrp="1"/>
          </p:cNvSpPr>
          <p:nvPr>
            <p:ph type="title"/>
          </p:nvPr>
        </p:nvSpPr>
        <p:spPr>
          <a:xfrm>
            <a:off x="469650" y="287550"/>
            <a:ext cx="8217300" cy="62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roxima Nova"/>
              <a:buNone/>
              <a:defRPr sz="2400" b="1" i="0" u="none" strike="noStrike" cap="none">
                <a:solidFill>
                  <a:schemeClr val="accen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56">
          <p15:clr>
            <a:srgbClr val="FA7B17"/>
          </p15:clr>
        </p15:guide>
        <p15:guide id="2" pos="2880">
          <p15:clr>
            <a:srgbClr val="FA7B17"/>
          </p15:clr>
        </p15:guide>
        <p15:guide id="3" pos="288">
          <p15:clr>
            <a:srgbClr val="FA7B17"/>
          </p15:clr>
        </p15:guide>
        <p15:guide id="4" pos="5472">
          <p15:clr>
            <a:srgbClr val="FA7B17"/>
          </p15:clr>
        </p15:guide>
        <p15:guide id="5" orient="horz" pos="2952">
          <p15:clr>
            <a:srgbClr val="FA7B17"/>
          </p15:clr>
        </p15:guide>
        <p15:guide id="6" orient="horz" pos="576">
          <p15:clr>
            <a:srgbClr val="FA7B17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ingle column with image">
  <p:cSld name="TITLE_1_1_1_1_1_1_1">
    <p:bg>
      <p:bgPr>
        <a:noFill/>
        <a:effectLst/>
      </p:bgPr>
    </p:bg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8"/>
          <p:cNvSpPr>
            <a:spLocks noGrp="1"/>
          </p:cNvSpPr>
          <p:nvPr>
            <p:ph type="pic" idx="2"/>
          </p:nvPr>
        </p:nvSpPr>
        <p:spPr>
          <a:xfrm>
            <a:off x="5027125" y="0"/>
            <a:ext cx="41169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54" name="Google Shape;54;p8"/>
          <p:cNvSpPr txBox="1">
            <a:spLocks noGrp="1"/>
          </p:cNvSpPr>
          <p:nvPr>
            <p:ph type="subTitle" idx="1"/>
          </p:nvPr>
        </p:nvSpPr>
        <p:spPr>
          <a:xfrm>
            <a:off x="460075" y="1082125"/>
            <a:ext cx="3757200" cy="2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roxima Nova Semibold"/>
              <a:buNone/>
              <a:defRPr sz="1800" b="0" i="0" u="none" strike="noStrike" cap="none">
                <a:solidFill>
                  <a:srgbClr val="00000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5" name="Google Shape;55;p8"/>
          <p:cNvSpPr txBox="1">
            <a:spLocks noGrp="1"/>
          </p:cNvSpPr>
          <p:nvPr>
            <p:ph type="body" idx="3"/>
          </p:nvPr>
        </p:nvSpPr>
        <p:spPr>
          <a:xfrm>
            <a:off x="450500" y="1446350"/>
            <a:ext cx="3853200" cy="309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●"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○"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■"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●"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○"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■"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●"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roxima Nova"/>
              <a:buChar char="○"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1400"/>
              <a:buFont typeface="Proxima Nova"/>
              <a:buChar char="■"/>
              <a:defRPr sz="14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  <p:pic>
        <p:nvPicPr>
          <p:cNvPr id="56" name="Google Shape;56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65082" y="4769500"/>
            <a:ext cx="858651" cy="16450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8"/>
          <p:cNvSpPr txBox="1">
            <a:spLocks noGrp="1"/>
          </p:cNvSpPr>
          <p:nvPr>
            <p:ph type="sldNum" idx="12"/>
          </p:nvPr>
        </p:nvSpPr>
        <p:spPr>
          <a:xfrm>
            <a:off x="8472450" y="4712700"/>
            <a:ext cx="548700" cy="2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25235B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25235B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25235B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25235B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25235B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25235B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25235B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25235B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25235B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58" name="Google Shape;58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4689200"/>
            <a:ext cx="614619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8"/>
          <p:cNvSpPr txBox="1"/>
          <p:nvPr/>
        </p:nvSpPr>
        <p:spPr>
          <a:xfrm>
            <a:off x="3763400" y="4731900"/>
            <a:ext cx="1603800" cy="2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rgbClr val="999999"/>
                </a:solidFill>
                <a:highlight>
                  <a:schemeClr val="lt1"/>
                </a:highlight>
                <a:latin typeface="Proxima Nova"/>
                <a:ea typeface="Proxima Nova"/>
                <a:cs typeface="Proxima Nova"/>
                <a:sym typeface="Proxima Nova"/>
              </a:rPr>
              <a:t>Confidential</a:t>
            </a:r>
            <a:endParaRPr sz="800" b="0" i="0" u="none" strike="noStrike" cap="none">
              <a:solidFill>
                <a:srgbClr val="999999"/>
              </a:solidFill>
              <a:highlight>
                <a:srgbClr val="FFFFFF"/>
              </a:highlight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60" name="Google Shape;60;p8"/>
          <p:cNvSpPr txBox="1">
            <a:spLocks noGrp="1"/>
          </p:cNvSpPr>
          <p:nvPr>
            <p:ph type="title"/>
          </p:nvPr>
        </p:nvSpPr>
        <p:spPr>
          <a:xfrm>
            <a:off x="469650" y="287550"/>
            <a:ext cx="4335600" cy="62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roxima Nova"/>
              <a:buNone/>
              <a:defRPr sz="2400" b="1" i="0" u="none" strike="noStrike" cap="none">
                <a:solidFill>
                  <a:schemeClr val="accen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56">
          <p15:clr>
            <a:srgbClr val="FA7B17"/>
          </p15:clr>
        </p15:guide>
        <p15:guide id="2" pos="2880">
          <p15:clr>
            <a:srgbClr val="FA7B17"/>
          </p15:clr>
        </p15:guide>
        <p15:guide id="3" pos="288">
          <p15:clr>
            <a:srgbClr val="FA7B17"/>
          </p15:clr>
        </p15:guide>
        <p15:guide id="4" pos="5472">
          <p15:clr>
            <a:srgbClr val="FA7B17"/>
          </p15:clr>
        </p15:guide>
        <p15:guide id="5" orient="horz" pos="2952">
          <p15:clr>
            <a:srgbClr val="FA7B17"/>
          </p15:clr>
        </p15:guide>
        <p15:guide id="6" orient="horz" pos="576">
          <p15:clr>
            <a:srgbClr val="FA7B17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uble column - Blue BG">
  <p:cSld name="CUSTOM_4">
    <p:bg>
      <p:bgPr>
        <a:solidFill>
          <a:schemeClr val="accent1"/>
        </a:solidFill>
        <a:effectLst/>
      </p:bgPr>
    </p:bg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Google Shape;62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4689200"/>
            <a:ext cx="614619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9"/>
          <p:cNvPicPr preferRelativeResize="0"/>
          <p:nvPr/>
        </p:nvPicPr>
        <p:blipFill rotWithShape="1">
          <a:blip r:embed="rId3">
            <a:alphaModFix/>
          </a:blip>
          <a:srcRect t="835" b="835"/>
          <a:stretch/>
        </p:blipFill>
        <p:spPr>
          <a:xfrm>
            <a:off x="665086" y="4769500"/>
            <a:ext cx="858649" cy="164500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9"/>
          <p:cNvSpPr txBox="1">
            <a:spLocks noGrp="1"/>
          </p:cNvSpPr>
          <p:nvPr>
            <p:ph type="sldNum" idx="12"/>
          </p:nvPr>
        </p:nvSpPr>
        <p:spPr>
          <a:xfrm>
            <a:off x="8472450" y="4712700"/>
            <a:ext cx="548700" cy="2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5" name="Google Shape;65;p9"/>
          <p:cNvSpPr txBox="1"/>
          <p:nvPr/>
        </p:nvSpPr>
        <p:spPr>
          <a:xfrm>
            <a:off x="3763400" y="4731900"/>
            <a:ext cx="1603800" cy="2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Confidential</a:t>
            </a:r>
            <a:endParaRPr sz="800" b="0" i="0" u="none" strike="noStrike" cap="none">
              <a:solidFill>
                <a:srgbClr val="FFFFFF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66" name="Google Shape;66;p9"/>
          <p:cNvSpPr txBox="1">
            <a:spLocks noGrp="1"/>
          </p:cNvSpPr>
          <p:nvPr>
            <p:ph type="subTitle" idx="1"/>
          </p:nvPr>
        </p:nvSpPr>
        <p:spPr>
          <a:xfrm>
            <a:off x="460075" y="929725"/>
            <a:ext cx="8217300" cy="2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roxima Nova Semibold"/>
              <a:buNone/>
              <a:defRPr sz="1800" b="0" i="0" u="none" strike="noStrike" cap="none">
                <a:solidFill>
                  <a:schemeClr val="lt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7" name="Google Shape;67;p9"/>
          <p:cNvSpPr txBox="1">
            <a:spLocks noGrp="1"/>
          </p:cNvSpPr>
          <p:nvPr>
            <p:ph type="body" idx="2"/>
          </p:nvPr>
        </p:nvSpPr>
        <p:spPr>
          <a:xfrm>
            <a:off x="450500" y="1293950"/>
            <a:ext cx="8217300" cy="309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roxima Nova"/>
              <a:buChar char="●"/>
              <a:defRPr sz="14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roxima Nova"/>
              <a:buChar char="○"/>
              <a:defRPr sz="14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roxima Nova"/>
              <a:buChar char="■"/>
              <a:defRPr sz="14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roxima Nova"/>
              <a:buChar char="●"/>
              <a:defRPr sz="14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roxima Nova"/>
              <a:buChar char="○"/>
              <a:defRPr sz="14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roxima Nova"/>
              <a:buChar char="■"/>
              <a:defRPr sz="14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roxima Nova"/>
              <a:buChar char="●"/>
              <a:defRPr sz="14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roxima Nova"/>
              <a:buChar char="○"/>
              <a:defRPr sz="14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lt1"/>
              </a:buClr>
              <a:buSzPts val="1400"/>
              <a:buFont typeface="Proxima Nova"/>
              <a:buChar char="■"/>
              <a:defRPr sz="14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  <p:sp>
        <p:nvSpPr>
          <p:cNvPr id="68" name="Google Shape;68;p9"/>
          <p:cNvSpPr txBox="1">
            <a:spLocks noGrp="1"/>
          </p:cNvSpPr>
          <p:nvPr>
            <p:ph type="title"/>
          </p:nvPr>
        </p:nvSpPr>
        <p:spPr>
          <a:xfrm>
            <a:off x="469650" y="287550"/>
            <a:ext cx="8217300" cy="62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roxima Nova"/>
              <a:buNone/>
              <a:defRPr sz="2400" b="1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roxima Nova"/>
              <a:buNone/>
              <a:defRPr sz="2400" b="1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roxima Nova"/>
              <a:buNone/>
              <a:defRPr sz="2400" b="1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roxima Nova"/>
              <a:buNone/>
              <a:defRPr sz="2400" b="1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roxima Nova"/>
              <a:buNone/>
              <a:defRPr sz="2400" b="1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roxima Nova"/>
              <a:buNone/>
              <a:defRPr sz="2400" b="1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roxima Nova"/>
              <a:buNone/>
              <a:defRPr sz="2400" b="1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roxima Nova"/>
              <a:buNone/>
              <a:defRPr sz="2400" b="1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roxima Nova"/>
              <a:buNone/>
              <a:defRPr sz="2400" b="1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rofile desciption">
  <p:cSld name="TITLE_1_1_1_1_1_1_1_1_1">
    <p:bg>
      <p:bgPr>
        <a:noFill/>
        <a:effectLst/>
      </p:bgPr>
    </p:bg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0"/>
          <p:cNvSpPr txBox="1">
            <a:spLocks noGrp="1"/>
          </p:cNvSpPr>
          <p:nvPr>
            <p:ph type="subTitle" idx="1"/>
          </p:nvPr>
        </p:nvSpPr>
        <p:spPr>
          <a:xfrm>
            <a:off x="460075" y="929725"/>
            <a:ext cx="8217300" cy="2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roxima Nova Semibold"/>
              <a:buNone/>
              <a:defRPr sz="1800" b="0" i="0" u="none" strike="noStrike" cap="none">
                <a:solidFill>
                  <a:srgbClr val="00000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1" name="Google Shape;71;p10"/>
          <p:cNvSpPr/>
          <p:nvPr/>
        </p:nvSpPr>
        <p:spPr>
          <a:xfrm>
            <a:off x="896150" y="1428175"/>
            <a:ext cx="1437900" cy="1437900"/>
          </a:xfrm>
          <a:prstGeom prst="donut">
            <a:avLst>
              <a:gd name="adj" fmla="val 5329"/>
            </a:avLst>
          </a:prstGeom>
          <a:gradFill>
            <a:gsLst>
              <a:gs pos="0">
                <a:srgbClr val="82297B"/>
              </a:gs>
              <a:gs pos="100000">
                <a:srgbClr val="BF2151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10"/>
          <p:cNvSpPr>
            <a:spLocks noGrp="1"/>
          </p:cNvSpPr>
          <p:nvPr>
            <p:ph type="pic" idx="2"/>
          </p:nvPr>
        </p:nvSpPr>
        <p:spPr>
          <a:xfrm>
            <a:off x="953750" y="1485825"/>
            <a:ext cx="1322700" cy="13227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3" name="Google Shape;73;p10"/>
          <p:cNvSpPr txBox="1">
            <a:spLocks noGrp="1"/>
          </p:cNvSpPr>
          <p:nvPr>
            <p:ph type="body" idx="3"/>
          </p:nvPr>
        </p:nvSpPr>
        <p:spPr>
          <a:xfrm>
            <a:off x="450500" y="2952050"/>
            <a:ext cx="2329200" cy="143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roxima Nova"/>
              <a:buChar char="●"/>
              <a:defRPr sz="12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roxima Nova"/>
              <a:buChar char="○"/>
              <a:defRPr sz="12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roxima Nova"/>
              <a:buChar char="■"/>
              <a:defRPr sz="12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roxima Nova"/>
              <a:buChar char="●"/>
              <a:defRPr sz="12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roxima Nova"/>
              <a:buChar char="○"/>
              <a:defRPr sz="12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roxima Nova"/>
              <a:buChar char="■"/>
              <a:defRPr sz="12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roxima Nova"/>
              <a:buChar char="●"/>
              <a:defRPr sz="12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roxima Nova"/>
              <a:buChar char="○"/>
              <a:defRPr sz="12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1200"/>
              <a:buFont typeface="Proxima Nova"/>
              <a:buChar char="■"/>
              <a:defRPr sz="12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  <p:sp>
        <p:nvSpPr>
          <p:cNvPr id="74" name="Google Shape;74;p10"/>
          <p:cNvSpPr/>
          <p:nvPr/>
        </p:nvSpPr>
        <p:spPr>
          <a:xfrm>
            <a:off x="3859350" y="1428175"/>
            <a:ext cx="1437900" cy="1437900"/>
          </a:xfrm>
          <a:prstGeom prst="donut">
            <a:avLst>
              <a:gd name="adj" fmla="val 5329"/>
            </a:avLst>
          </a:prstGeom>
          <a:gradFill>
            <a:gsLst>
              <a:gs pos="0">
                <a:srgbClr val="82297B"/>
              </a:gs>
              <a:gs pos="100000">
                <a:srgbClr val="BF2151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10"/>
          <p:cNvSpPr>
            <a:spLocks noGrp="1"/>
          </p:cNvSpPr>
          <p:nvPr>
            <p:ph type="pic" idx="4"/>
          </p:nvPr>
        </p:nvSpPr>
        <p:spPr>
          <a:xfrm>
            <a:off x="3916950" y="1485825"/>
            <a:ext cx="1322700" cy="13227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6" name="Google Shape;76;p10"/>
          <p:cNvSpPr txBox="1">
            <a:spLocks noGrp="1"/>
          </p:cNvSpPr>
          <p:nvPr>
            <p:ph type="body" idx="5"/>
          </p:nvPr>
        </p:nvSpPr>
        <p:spPr>
          <a:xfrm>
            <a:off x="3413700" y="2952050"/>
            <a:ext cx="2329200" cy="143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roxima Nova"/>
              <a:buChar char="●"/>
              <a:defRPr sz="12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roxima Nova"/>
              <a:buChar char="○"/>
              <a:defRPr sz="12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roxima Nova"/>
              <a:buChar char="■"/>
              <a:defRPr sz="12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roxima Nova"/>
              <a:buChar char="●"/>
              <a:defRPr sz="12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roxima Nova"/>
              <a:buChar char="○"/>
              <a:defRPr sz="12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roxima Nova"/>
              <a:buChar char="■"/>
              <a:defRPr sz="12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roxima Nova"/>
              <a:buChar char="●"/>
              <a:defRPr sz="12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roxima Nova"/>
              <a:buChar char="○"/>
              <a:defRPr sz="12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1200"/>
              <a:buFont typeface="Proxima Nova"/>
              <a:buChar char="■"/>
              <a:defRPr sz="12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  <p:sp>
        <p:nvSpPr>
          <p:cNvPr id="77" name="Google Shape;77;p10"/>
          <p:cNvSpPr/>
          <p:nvPr/>
        </p:nvSpPr>
        <p:spPr>
          <a:xfrm>
            <a:off x="6793825" y="1428175"/>
            <a:ext cx="1437900" cy="1437900"/>
          </a:xfrm>
          <a:prstGeom prst="donut">
            <a:avLst>
              <a:gd name="adj" fmla="val 5329"/>
            </a:avLst>
          </a:prstGeom>
          <a:gradFill>
            <a:gsLst>
              <a:gs pos="0">
                <a:srgbClr val="82297B"/>
              </a:gs>
              <a:gs pos="100000">
                <a:srgbClr val="BF2151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10"/>
          <p:cNvSpPr>
            <a:spLocks noGrp="1"/>
          </p:cNvSpPr>
          <p:nvPr>
            <p:ph type="pic" idx="6"/>
          </p:nvPr>
        </p:nvSpPr>
        <p:spPr>
          <a:xfrm>
            <a:off x="6851425" y="1485825"/>
            <a:ext cx="1322700" cy="13227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9" name="Google Shape;79;p10"/>
          <p:cNvSpPr txBox="1">
            <a:spLocks noGrp="1"/>
          </p:cNvSpPr>
          <p:nvPr>
            <p:ph type="body" idx="7"/>
          </p:nvPr>
        </p:nvSpPr>
        <p:spPr>
          <a:xfrm>
            <a:off x="6348175" y="2952050"/>
            <a:ext cx="2329200" cy="143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roxima Nova"/>
              <a:buChar char="●"/>
              <a:defRPr sz="12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roxima Nova"/>
              <a:buChar char="○"/>
              <a:defRPr sz="12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roxima Nova"/>
              <a:buChar char="■"/>
              <a:defRPr sz="12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roxima Nova"/>
              <a:buChar char="●"/>
              <a:defRPr sz="12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roxima Nova"/>
              <a:buChar char="○"/>
              <a:defRPr sz="12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roxima Nova"/>
              <a:buChar char="■"/>
              <a:defRPr sz="12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roxima Nova"/>
              <a:buChar char="●"/>
              <a:defRPr sz="12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Proxima Nova"/>
              <a:buChar char="○"/>
              <a:defRPr sz="12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1200"/>
              <a:buFont typeface="Proxima Nova"/>
              <a:buChar char="■"/>
              <a:defRPr sz="12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  <p:pic>
        <p:nvPicPr>
          <p:cNvPr id="80" name="Google Shape;80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65082" y="4769500"/>
            <a:ext cx="858651" cy="164500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0"/>
          <p:cNvSpPr txBox="1">
            <a:spLocks noGrp="1"/>
          </p:cNvSpPr>
          <p:nvPr>
            <p:ph type="sldNum" idx="12"/>
          </p:nvPr>
        </p:nvSpPr>
        <p:spPr>
          <a:xfrm>
            <a:off x="8472450" y="4712700"/>
            <a:ext cx="548700" cy="2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25235B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25235B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25235B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25235B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25235B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25235B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25235B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25235B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25235B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2" name="Google Shape;82;p10"/>
          <p:cNvSpPr txBox="1"/>
          <p:nvPr/>
        </p:nvSpPr>
        <p:spPr>
          <a:xfrm>
            <a:off x="3763400" y="4731900"/>
            <a:ext cx="1603800" cy="2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rgbClr val="999999"/>
                </a:solidFill>
                <a:highlight>
                  <a:schemeClr val="lt1"/>
                </a:highlight>
                <a:latin typeface="Proxima Nova"/>
                <a:ea typeface="Proxima Nova"/>
                <a:cs typeface="Proxima Nova"/>
                <a:sym typeface="Proxima Nova"/>
              </a:rPr>
              <a:t>Confidential</a:t>
            </a:r>
            <a:endParaRPr sz="800" b="0" i="0" u="none" strike="noStrike" cap="none">
              <a:solidFill>
                <a:srgbClr val="999999"/>
              </a:solidFill>
              <a:highlight>
                <a:srgbClr val="FFFFFF"/>
              </a:highlight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83" name="Google Shape;83;p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4689200"/>
            <a:ext cx="614619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0"/>
          <p:cNvSpPr txBox="1">
            <a:spLocks noGrp="1"/>
          </p:cNvSpPr>
          <p:nvPr>
            <p:ph type="title"/>
          </p:nvPr>
        </p:nvSpPr>
        <p:spPr>
          <a:xfrm>
            <a:off x="469650" y="287550"/>
            <a:ext cx="8217300" cy="62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roxima Nova"/>
              <a:buNone/>
              <a:defRPr sz="2400" b="1" i="0" u="none" strike="noStrike" cap="none">
                <a:solidFill>
                  <a:schemeClr val="accen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56">
          <p15:clr>
            <a:srgbClr val="FA7B17"/>
          </p15:clr>
        </p15:guide>
        <p15:guide id="2" pos="2880">
          <p15:clr>
            <a:srgbClr val="FA7B17"/>
          </p15:clr>
        </p15:guide>
        <p15:guide id="3" pos="288">
          <p15:clr>
            <a:srgbClr val="FA7B17"/>
          </p15:clr>
        </p15:guide>
        <p15:guide id="4" pos="5472">
          <p15:clr>
            <a:srgbClr val="FA7B17"/>
          </p15:clr>
        </p15:guide>
        <p15:guide id="5" orient="horz" pos="2952">
          <p15:clr>
            <a:srgbClr val="FA7B17"/>
          </p15:clr>
        </p15:guide>
        <p15:guide id="6" orient="horz" pos="576">
          <p15:clr>
            <a:srgbClr val="FA7B17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se study 1">
  <p:cSld name="TITLE_1_1_1_1_1_1_1_1_1_1">
    <p:bg>
      <p:bgPr>
        <a:noFill/>
        <a:effectLst/>
      </p:bgPr>
    </p:bg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Google Shape;86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65082" y="4769500"/>
            <a:ext cx="858651" cy="16450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1"/>
          <p:cNvSpPr txBox="1">
            <a:spLocks noGrp="1"/>
          </p:cNvSpPr>
          <p:nvPr>
            <p:ph type="sldNum" idx="12"/>
          </p:nvPr>
        </p:nvSpPr>
        <p:spPr>
          <a:xfrm>
            <a:off x="8472450" y="4712700"/>
            <a:ext cx="548700" cy="2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25235B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25235B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25235B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25235B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25235B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25235B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25235B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25235B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25235B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8" name="Google Shape;88;p11"/>
          <p:cNvSpPr txBox="1"/>
          <p:nvPr/>
        </p:nvSpPr>
        <p:spPr>
          <a:xfrm>
            <a:off x="3763400" y="4731900"/>
            <a:ext cx="1603800" cy="2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rgbClr val="999999"/>
                </a:solidFill>
                <a:highlight>
                  <a:schemeClr val="lt1"/>
                </a:highlight>
                <a:latin typeface="Proxima Nova"/>
                <a:ea typeface="Proxima Nova"/>
                <a:cs typeface="Proxima Nova"/>
                <a:sym typeface="Proxima Nova"/>
              </a:rPr>
              <a:t>Confidential</a:t>
            </a:r>
            <a:endParaRPr sz="800" b="0" i="0" u="none" strike="noStrike" cap="none">
              <a:solidFill>
                <a:srgbClr val="999999"/>
              </a:solidFill>
              <a:highlight>
                <a:srgbClr val="FFFFFF"/>
              </a:highlight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89" name="Google Shape;89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4689200"/>
            <a:ext cx="614619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1"/>
          <p:cNvSpPr txBox="1">
            <a:spLocks noGrp="1"/>
          </p:cNvSpPr>
          <p:nvPr>
            <p:ph type="title"/>
          </p:nvPr>
        </p:nvSpPr>
        <p:spPr>
          <a:xfrm>
            <a:off x="469650" y="287550"/>
            <a:ext cx="8217300" cy="62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roxima Nova"/>
              <a:buNone/>
              <a:defRPr sz="2400" b="1" i="0" u="none" strike="noStrike" cap="none">
                <a:solidFill>
                  <a:schemeClr val="accen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56">
          <p15:clr>
            <a:srgbClr val="FA7B17"/>
          </p15:clr>
        </p15:guide>
        <p15:guide id="2" pos="2880">
          <p15:clr>
            <a:srgbClr val="FA7B17"/>
          </p15:clr>
        </p15:guide>
        <p15:guide id="3" pos="288">
          <p15:clr>
            <a:srgbClr val="FA7B17"/>
          </p15:clr>
        </p15:guide>
        <p15:guide id="4" pos="5472">
          <p15:clr>
            <a:srgbClr val="FA7B17"/>
          </p15:clr>
        </p15:guide>
        <p15:guide id="5" orient="horz" pos="2952">
          <p15:clr>
            <a:srgbClr val="FA7B17"/>
          </p15:clr>
        </p15:guide>
        <p15:guide id="6" orient="horz" pos="576">
          <p15:clr>
            <a:srgbClr val="FA7B17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se study 2">
  <p:cSld name="TITLE_1_1_1_1_1_1_1_1_1_1_3">
    <p:bg>
      <p:bgPr>
        <a:noFill/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2"/>
          <p:cNvSpPr/>
          <p:nvPr/>
        </p:nvSpPr>
        <p:spPr>
          <a:xfrm>
            <a:off x="5022500" y="0"/>
            <a:ext cx="41214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3" name="Google Shape;93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65082" y="4769500"/>
            <a:ext cx="858651" cy="1645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2"/>
          <p:cNvSpPr txBox="1">
            <a:spLocks noGrp="1"/>
          </p:cNvSpPr>
          <p:nvPr>
            <p:ph type="sldNum" idx="12"/>
          </p:nvPr>
        </p:nvSpPr>
        <p:spPr>
          <a:xfrm>
            <a:off x="8472450" y="4712700"/>
            <a:ext cx="548700" cy="2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5" name="Google Shape;95;p12"/>
          <p:cNvSpPr txBox="1"/>
          <p:nvPr/>
        </p:nvSpPr>
        <p:spPr>
          <a:xfrm>
            <a:off x="3763400" y="4731900"/>
            <a:ext cx="1603800" cy="2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rgbClr val="999999"/>
                </a:solidFill>
                <a:highlight>
                  <a:schemeClr val="lt1"/>
                </a:highlight>
                <a:latin typeface="Proxima Nova"/>
                <a:ea typeface="Proxima Nova"/>
                <a:cs typeface="Proxima Nova"/>
                <a:sym typeface="Proxima Nova"/>
              </a:rPr>
              <a:t>Confidential</a:t>
            </a:r>
            <a:endParaRPr sz="800" b="0" i="0" u="none" strike="noStrike" cap="none">
              <a:solidFill>
                <a:srgbClr val="999999"/>
              </a:solidFill>
              <a:highlight>
                <a:srgbClr val="FFFFFF"/>
              </a:highlight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96" name="Google Shape;96;p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4689200"/>
            <a:ext cx="614619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2"/>
          <p:cNvSpPr txBox="1">
            <a:spLocks noGrp="1"/>
          </p:cNvSpPr>
          <p:nvPr>
            <p:ph type="title"/>
          </p:nvPr>
        </p:nvSpPr>
        <p:spPr>
          <a:xfrm>
            <a:off x="469650" y="287550"/>
            <a:ext cx="4328400" cy="62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roxima Nova"/>
              <a:buNone/>
              <a:defRPr sz="2400" b="1" i="0" u="none" strike="noStrike" cap="none">
                <a:solidFill>
                  <a:schemeClr val="accen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56">
          <p15:clr>
            <a:srgbClr val="FA7B17"/>
          </p15:clr>
        </p15:guide>
        <p15:guide id="2" pos="2880">
          <p15:clr>
            <a:srgbClr val="FA7B17"/>
          </p15:clr>
        </p15:guide>
        <p15:guide id="3" pos="288">
          <p15:clr>
            <a:srgbClr val="FA7B17"/>
          </p15:clr>
        </p15:guide>
        <p15:guide id="4" pos="5472">
          <p15:clr>
            <a:srgbClr val="FA7B17"/>
          </p15:clr>
        </p15:guide>
        <p15:guide id="5" orient="horz" pos="2952">
          <p15:clr>
            <a:srgbClr val="FA7B17"/>
          </p15:clr>
        </p15:guide>
        <p15:guide id="6" orient="horz" pos="576">
          <p15:clr>
            <a:srgbClr val="FA7B17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se study 3">
  <p:cSld name="TITLE_1_1_1_1_1_1_1_1_1_1_3_1">
    <p:bg>
      <p:bgPr>
        <a:noFill/>
        <a:effectLst/>
      </p:bgPr>
    </p:bg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3"/>
          <p:cNvSpPr>
            <a:spLocks noGrp="1"/>
          </p:cNvSpPr>
          <p:nvPr>
            <p:ph type="pic" idx="2"/>
          </p:nvPr>
        </p:nvSpPr>
        <p:spPr>
          <a:xfrm>
            <a:off x="5022600" y="0"/>
            <a:ext cx="4121400" cy="5143500"/>
          </a:xfrm>
          <a:prstGeom prst="rect">
            <a:avLst/>
          </a:prstGeom>
          <a:noFill/>
          <a:ln>
            <a:noFill/>
          </a:ln>
        </p:spPr>
      </p:sp>
      <p:pic>
        <p:nvPicPr>
          <p:cNvPr id="100" name="Google Shape;100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65082" y="4769500"/>
            <a:ext cx="858651" cy="164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3"/>
          <p:cNvSpPr txBox="1">
            <a:spLocks noGrp="1"/>
          </p:cNvSpPr>
          <p:nvPr>
            <p:ph type="sldNum" idx="12"/>
          </p:nvPr>
        </p:nvSpPr>
        <p:spPr>
          <a:xfrm>
            <a:off x="8472450" y="4712700"/>
            <a:ext cx="548700" cy="2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2" name="Google Shape;102;p13"/>
          <p:cNvSpPr txBox="1"/>
          <p:nvPr/>
        </p:nvSpPr>
        <p:spPr>
          <a:xfrm>
            <a:off x="3763400" y="4731900"/>
            <a:ext cx="1603800" cy="2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rgbClr val="999999"/>
                </a:solidFill>
                <a:highlight>
                  <a:schemeClr val="lt1"/>
                </a:highlight>
                <a:latin typeface="Proxima Nova"/>
                <a:ea typeface="Proxima Nova"/>
                <a:cs typeface="Proxima Nova"/>
                <a:sym typeface="Proxima Nova"/>
              </a:rPr>
              <a:t>Confidential</a:t>
            </a:r>
            <a:endParaRPr sz="800" b="0" i="0" u="none" strike="noStrike" cap="none">
              <a:solidFill>
                <a:srgbClr val="999999"/>
              </a:solidFill>
              <a:highlight>
                <a:srgbClr val="FFFFFF"/>
              </a:highlight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103" name="Google Shape;103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4689200"/>
            <a:ext cx="614619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3"/>
          <p:cNvSpPr txBox="1">
            <a:spLocks noGrp="1"/>
          </p:cNvSpPr>
          <p:nvPr>
            <p:ph type="title"/>
          </p:nvPr>
        </p:nvSpPr>
        <p:spPr>
          <a:xfrm>
            <a:off x="469650" y="287550"/>
            <a:ext cx="4335600" cy="62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roxima Nova"/>
              <a:buNone/>
              <a:defRPr sz="2400" b="1" i="0" u="none" strike="noStrike" cap="none">
                <a:solidFill>
                  <a:schemeClr val="accen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56">
          <p15:clr>
            <a:srgbClr val="FA7B17"/>
          </p15:clr>
        </p15:guide>
        <p15:guide id="2" pos="2880">
          <p15:clr>
            <a:srgbClr val="FA7B17"/>
          </p15:clr>
        </p15:guide>
        <p15:guide id="3" pos="288">
          <p15:clr>
            <a:srgbClr val="FA7B17"/>
          </p15:clr>
        </p15:guide>
        <p15:guide id="4" pos="5472">
          <p15:clr>
            <a:srgbClr val="FA7B17"/>
          </p15:clr>
        </p15:guide>
        <p15:guide id="5" orient="horz" pos="2952">
          <p15:clr>
            <a:srgbClr val="FA7B17"/>
          </p15:clr>
        </p15:guide>
        <p15:guide id="6" orient="horz" pos="576">
          <p15:clr>
            <a:srgbClr val="FA7B17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break 2">
  <p:cSld name="TITLE_1_1_1_1_1_1_1_1_1_1_1_1_1_1">
    <p:bg>
      <p:bgPr>
        <a:noFill/>
        <a:effectLst/>
      </p:bgPr>
    </p:bg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Google Shape;106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5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>
            <a:spLocks noGrp="1"/>
          </p:cNvSpPr>
          <p:nvPr>
            <p:ph type="title"/>
          </p:nvPr>
        </p:nvSpPr>
        <p:spPr>
          <a:xfrm>
            <a:off x="469650" y="1163600"/>
            <a:ext cx="8229600" cy="178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roxima Nova"/>
              <a:buNone/>
              <a:defRPr sz="40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roxima Nova"/>
              <a:buNone/>
              <a:defRPr sz="14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roxima Nova"/>
              <a:buNone/>
              <a:defRPr sz="14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roxima Nova"/>
              <a:buNone/>
              <a:defRPr sz="14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roxima Nova"/>
              <a:buNone/>
              <a:defRPr sz="14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roxima Nova"/>
              <a:buNone/>
              <a:defRPr sz="14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roxima Nova"/>
              <a:buNone/>
              <a:defRPr sz="14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roxima Nova"/>
              <a:buNone/>
              <a:defRPr sz="14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roxima Nova"/>
              <a:buNone/>
              <a:defRPr sz="14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  <p:sp>
        <p:nvSpPr>
          <p:cNvPr id="108" name="Google Shape;108;p14"/>
          <p:cNvSpPr/>
          <p:nvPr/>
        </p:nvSpPr>
        <p:spPr>
          <a:xfrm>
            <a:off x="450495" y="909370"/>
            <a:ext cx="8229600" cy="27300"/>
          </a:xfrm>
          <a:prstGeom prst="rect">
            <a:avLst/>
          </a:prstGeom>
          <a:gradFill>
            <a:gsLst>
              <a:gs pos="0">
                <a:srgbClr val="82297B"/>
              </a:gs>
              <a:gs pos="100000">
                <a:srgbClr val="BF2151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109" name="Google Shape;109;p14"/>
          <p:cNvPicPr preferRelativeResize="0"/>
          <p:nvPr/>
        </p:nvPicPr>
        <p:blipFill rotWithShape="1">
          <a:blip r:embed="rId3">
            <a:alphaModFix/>
          </a:blip>
          <a:srcRect l="74369" b="57246"/>
          <a:stretch/>
        </p:blipFill>
        <p:spPr>
          <a:xfrm>
            <a:off x="0" y="3441250"/>
            <a:ext cx="2137423" cy="17022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56">
          <p15:clr>
            <a:srgbClr val="FA7B17"/>
          </p15:clr>
        </p15:guide>
        <p15:guide id="2" pos="2880">
          <p15:clr>
            <a:srgbClr val="FA7B17"/>
          </p15:clr>
        </p15:guide>
        <p15:guide id="3" pos="288">
          <p15:clr>
            <a:srgbClr val="FA7B17"/>
          </p15:clr>
        </p15:guide>
        <p15:guide id="4" pos="5472">
          <p15:clr>
            <a:srgbClr val="FA7B17"/>
          </p15:clr>
        </p15:guide>
        <p15:guide id="5" orient="horz" pos="2952">
          <p15:clr>
            <a:srgbClr val="FA7B17"/>
          </p15:clr>
        </p15:guide>
        <p15:guide id="6" orient="horz" pos="576">
          <p15:clr>
            <a:srgbClr val="FA7B17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uble line heading cover slide - White BG 1">
  <p:cSld name="TITLE_1_1"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7200" y="495086"/>
            <a:ext cx="2751375" cy="640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5"/>
          <p:cNvPicPr preferRelativeResize="0"/>
          <p:nvPr/>
        </p:nvPicPr>
        <p:blipFill rotWithShape="1">
          <a:blip r:embed="rId4">
            <a:alphaModFix/>
          </a:blip>
          <a:srcRect l="75973" b="61115"/>
          <a:stretch/>
        </p:blipFill>
        <p:spPr>
          <a:xfrm>
            <a:off x="0" y="3709300"/>
            <a:ext cx="2049152" cy="14342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>
            <a:spLocks noGrp="1"/>
          </p:cNvSpPr>
          <p:nvPr>
            <p:ph type="title"/>
          </p:nvPr>
        </p:nvSpPr>
        <p:spPr>
          <a:xfrm>
            <a:off x="457200" y="1737300"/>
            <a:ext cx="5073300" cy="137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Proxima Nova"/>
              <a:buNone/>
              <a:defRPr sz="4400" b="1" i="0" u="none" strike="noStrike" cap="none">
                <a:solidFill>
                  <a:schemeClr val="accen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Proxima Nova"/>
              <a:buNone/>
              <a:defRPr sz="4000" b="1" i="0" u="none" strike="noStrike" cap="none">
                <a:solidFill>
                  <a:schemeClr val="accent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Proxima Nova"/>
              <a:buNone/>
              <a:defRPr sz="4000" b="1" i="0" u="none" strike="noStrike" cap="none">
                <a:solidFill>
                  <a:schemeClr val="accent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Proxima Nova"/>
              <a:buNone/>
              <a:defRPr sz="4000" b="1" i="0" u="none" strike="noStrike" cap="none">
                <a:solidFill>
                  <a:schemeClr val="accent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Proxima Nova"/>
              <a:buNone/>
              <a:defRPr sz="4000" b="1" i="0" u="none" strike="noStrike" cap="none">
                <a:solidFill>
                  <a:schemeClr val="accent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Proxima Nova"/>
              <a:buNone/>
              <a:defRPr sz="4000" b="1" i="0" u="none" strike="noStrike" cap="none">
                <a:solidFill>
                  <a:schemeClr val="accent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Proxima Nova"/>
              <a:buNone/>
              <a:defRPr sz="4000" b="1" i="0" u="none" strike="noStrike" cap="none">
                <a:solidFill>
                  <a:schemeClr val="accent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Proxima Nova"/>
              <a:buNone/>
              <a:defRPr sz="4000" b="1" i="0" u="none" strike="noStrike" cap="none">
                <a:solidFill>
                  <a:schemeClr val="accent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Proxima Nova"/>
              <a:buNone/>
              <a:defRPr sz="4000" b="1" i="0" u="none" strike="noStrike" cap="none">
                <a:solidFill>
                  <a:schemeClr val="accent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  <p:sp>
        <p:nvSpPr>
          <p:cNvPr id="115" name="Google Shape;115;p15"/>
          <p:cNvSpPr txBox="1">
            <a:spLocks noGrp="1"/>
          </p:cNvSpPr>
          <p:nvPr>
            <p:ph type="subTitle" idx="1"/>
          </p:nvPr>
        </p:nvSpPr>
        <p:spPr>
          <a:xfrm>
            <a:off x="457200" y="3194675"/>
            <a:ext cx="5034900" cy="32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Proxima Nova"/>
              <a:buNone/>
              <a:defRPr sz="1800" b="0" i="0" u="none" strike="noStrike" cap="none">
                <a:solidFill>
                  <a:schemeClr val="accen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Proxima Nova"/>
              <a:buNone/>
              <a:defRPr sz="1800" b="0" i="0" u="none" strike="noStrike" cap="none">
                <a:solidFill>
                  <a:schemeClr val="accent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Proxima Nova"/>
              <a:buNone/>
              <a:defRPr sz="1800" b="0" i="0" u="none" strike="noStrike" cap="none">
                <a:solidFill>
                  <a:schemeClr val="accent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Proxima Nova"/>
              <a:buNone/>
              <a:defRPr sz="1800" b="0" i="0" u="none" strike="noStrike" cap="none">
                <a:solidFill>
                  <a:schemeClr val="accent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Proxima Nova"/>
              <a:buNone/>
              <a:defRPr sz="1800" b="0" i="0" u="none" strike="noStrike" cap="none">
                <a:solidFill>
                  <a:schemeClr val="accent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Proxima Nova"/>
              <a:buNone/>
              <a:defRPr sz="1800" b="0" i="0" u="none" strike="noStrike" cap="none">
                <a:solidFill>
                  <a:schemeClr val="accent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Proxima Nova"/>
              <a:buNone/>
              <a:defRPr sz="1800" b="0" i="0" u="none" strike="noStrike" cap="none">
                <a:solidFill>
                  <a:schemeClr val="accent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Proxima Nova"/>
              <a:buNone/>
              <a:defRPr sz="1800" b="0" i="0" u="none" strike="noStrike" cap="none">
                <a:solidFill>
                  <a:schemeClr val="accent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Proxima Nova"/>
              <a:buNone/>
              <a:defRPr sz="1800" b="0" i="0" u="none" strike="noStrike" cap="none">
                <a:solidFill>
                  <a:schemeClr val="accent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2233275" y="4638630"/>
            <a:ext cx="34410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800" b="0" i="0" u="none" strike="noStrike" cap="none"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rPr>
              <a:t>© 2022 Relevantz Technology Services, Inc. All rights reserved</a:t>
            </a:r>
            <a:endParaRPr sz="800" b="0" i="0" u="none" strike="noStrike" cap="none">
              <a:solidFill>
                <a:srgbClr val="999999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A7B17"/>
          </p15:clr>
        </p15:guide>
        <p15:guide id="2" pos="2880">
          <p15:clr>
            <a:srgbClr val="FA7B17"/>
          </p15:clr>
        </p15:guide>
        <p15:guide id="3" pos="288">
          <p15:clr>
            <a:srgbClr val="FA7B17"/>
          </p15:clr>
        </p15:guide>
        <p15:guide id="4" pos="5472">
          <p15:clr>
            <a:srgbClr val="FA7B17"/>
          </p15:clr>
        </p15:guide>
        <p15:guide id="5" orient="horz" pos="2952">
          <p15:clr>
            <a:srgbClr val="FA7B17"/>
          </p15:clr>
        </p15:guide>
        <p15:guide id="6" orient="horz" pos="576">
          <p15:clr>
            <a:srgbClr val="FA7B17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uble line heading cover slide - White BG 2">
  <p:cSld name="TITLE_1_1_1"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7200" y="495086"/>
            <a:ext cx="2751375" cy="640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6"/>
          <p:cNvPicPr preferRelativeResize="0"/>
          <p:nvPr/>
        </p:nvPicPr>
        <p:blipFill rotWithShape="1">
          <a:blip r:embed="rId4">
            <a:alphaModFix/>
          </a:blip>
          <a:srcRect l="75973" b="61115"/>
          <a:stretch/>
        </p:blipFill>
        <p:spPr>
          <a:xfrm>
            <a:off x="0" y="3709300"/>
            <a:ext cx="2049152" cy="143420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6"/>
          <p:cNvSpPr txBox="1">
            <a:spLocks noGrp="1"/>
          </p:cNvSpPr>
          <p:nvPr>
            <p:ph type="title"/>
          </p:nvPr>
        </p:nvSpPr>
        <p:spPr>
          <a:xfrm>
            <a:off x="457200" y="1737300"/>
            <a:ext cx="5073300" cy="137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Proxima Nova"/>
              <a:buNone/>
              <a:defRPr sz="4400" b="1" i="0" u="none" strike="noStrike" cap="none">
                <a:solidFill>
                  <a:schemeClr val="accen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Proxima Nova"/>
              <a:buNone/>
              <a:defRPr sz="4000" b="1" i="0" u="none" strike="noStrike" cap="none">
                <a:solidFill>
                  <a:schemeClr val="accent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Proxima Nova"/>
              <a:buNone/>
              <a:defRPr sz="4000" b="1" i="0" u="none" strike="noStrike" cap="none">
                <a:solidFill>
                  <a:schemeClr val="accent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Proxima Nova"/>
              <a:buNone/>
              <a:defRPr sz="4000" b="1" i="0" u="none" strike="noStrike" cap="none">
                <a:solidFill>
                  <a:schemeClr val="accent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Proxima Nova"/>
              <a:buNone/>
              <a:defRPr sz="4000" b="1" i="0" u="none" strike="noStrike" cap="none">
                <a:solidFill>
                  <a:schemeClr val="accent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Proxima Nova"/>
              <a:buNone/>
              <a:defRPr sz="4000" b="1" i="0" u="none" strike="noStrike" cap="none">
                <a:solidFill>
                  <a:schemeClr val="accent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Proxima Nova"/>
              <a:buNone/>
              <a:defRPr sz="4000" b="1" i="0" u="none" strike="noStrike" cap="none">
                <a:solidFill>
                  <a:schemeClr val="accent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Proxima Nova"/>
              <a:buNone/>
              <a:defRPr sz="4000" b="1" i="0" u="none" strike="noStrike" cap="none">
                <a:solidFill>
                  <a:schemeClr val="accent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Proxima Nova"/>
              <a:buNone/>
              <a:defRPr sz="4000" b="1" i="0" u="none" strike="noStrike" cap="none">
                <a:solidFill>
                  <a:schemeClr val="accent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  <p:sp>
        <p:nvSpPr>
          <p:cNvPr id="122" name="Google Shape;122;p16"/>
          <p:cNvSpPr txBox="1">
            <a:spLocks noGrp="1"/>
          </p:cNvSpPr>
          <p:nvPr>
            <p:ph type="subTitle" idx="1"/>
          </p:nvPr>
        </p:nvSpPr>
        <p:spPr>
          <a:xfrm>
            <a:off x="457200" y="3194675"/>
            <a:ext cx="5034900" cy="32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Proxima Nova"/>
              <a:buNone/>
              <a:defRPr sz="1800" b="0" i="0" u="none" strike="noStrike" cap="none">
                <a:solidFill>
                  <a:schemeClr val="accen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Proxima Nova"/>
              <a:buNone/>
              <a:defRPr sz="1800" b="0" i="0" u="none" strike="noStrike" cap="none">
                <a:solidFill>
                  <a:schemeClr val="accent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Proxima Nova"/>
              <a:buNone/>
              <a:defRPr sz="1800" b="0" i="0" u="none" strike="noStrike" cap="none">
                <a:solidFill>
                  <a:schemeClr val="accent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Proxima Nova"/>
              <a:buNone/>
              <a:defRPr sz="1800" b="0" i="0" u="none" strike="noStrike" cap="none">
                <a:solidFill>
                  <a:schemeClr val="accent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Proxima Nova"/>
              <a:buNone/>
              <a:defRPr sz="1800" b="0" i="0" u="none" strike="noStrike" cap="none">
                <a:solidFill>
                  <a:schemeClr val="accent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Proxima Nova"/>
              <a:buNone/>
              <a:defRPr sz="1800" b="0" i="0" u="none" strike="noStrike" cap="none">
                <a:solidFill>
                  <a:schemeClr val="accent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Proxima Nova"/>
              <a:buNone/>
              <a:defRPr sz="1800" b="0" i="0" u="none" strike="noStrike" cap="none">
                <a:solidFill>
                  <a:schemeClr val="accent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Proxima Nova"/>
              <a:buNone/>
              <a:defRPr sz="1800" b="0" i="0" u="none" strike="noStrike" cap="none">
                <a:solidFill>
                  <a:schemeClr val="accent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Proxima Nova"/>
              <a:buNone/>
              <a:defRPr sz="1800" b="0" i="0" u="none" strike="noStrike" cap="none">
                <a:solidFill>
                  <a:schemeClr val="accent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  <p:sp>
        <p:nvSpPr>
          <p:cNvPr id="123" name="Google Shape;123;p16"/>
          <p:cNvSpPr txBox="1"/>
          <p:nvPr/>
        </p:nvSpPr>
        <p:spPr>
          <a:xfrm>
            <a:off x="2233275" y="4638630"/>
            <a:ext cx="34410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800" b="0" i="0" u="none" strike="noStrike" cap="none"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rPr>
              <a:t>© 2022 Relevantz Technology Services, Inc. All rights reserved</a:t>
            </a:r>
            <a:endParaRPr sz="800" b="0" i="0" u="none" strike="noStrike" cap="none">
              <a:solidFill>
                <a:srgbClr val="999999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A7B17"/>
          </p15:clr>
        </p15:guide>
        <p15:guide id="2" pos="2880">
          <p15:clr>
            <a:srgbClr val="FA7B17"/>
          </p15:clr>
        </p15:guide>
        <p15:guide id="3" pos="288">
          <p15:clr>
            <a:srgbClr val="FA7B17"/>
          </p15:clr>
        </p15:guide>
        <p15:guide id="4" pos="5472">
          <p15:clr>
            <a:srgbClr val="FA7B17"/>
          </p15:clr>
        </p15:guide>
        <p15:guide id="5" orient="horz" pos="2952">
          <p15:clr>
            <a:srgbClr val="FA7B17"/>
          </p15:clr>
        </p15:guide>
        <p15:guide id="6" orient="horz" pos="576">
          <p15:clr>
            <a:srgbClr val="FA7B17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break 1">
  <p:cSld name="TITLE_1_1_1_1_1_1_1_1_1_1_1_1_1">
    <p:bg>
      <p:bgPr>
        <a:noFill/>
        <a:effectLst/>
      </p:bgPr>
    </p:bg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125;p1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7"/>
          <p:cNvSpPr txBox="1">
            <a:spLocks noGrp="1"/>
          </p:cNvSpPr>
          <p:nvPr>
            <p:ph type="title"/>
          </p:nvPr>
        </p:nvSpPr>
        <p:spPr>
          <a:xfrm>
            <a:off x="469650" y="1163600"/>
            <a:ext cx="8229600" cy="178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roxima Nova"/>
              <a:buNone/>
              <a:defRPr sz="40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roxima Nova"/>
              <a:buNone/>
              <a:defRPr sz="40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roxima Nova"/>
              <a:buNone/>
              <a:defRPr sz="40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roxima Nova"/>
              <a:buNone/>
              <a:defRPr sz="40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roxima Nova"/>
              <a:buNone/>
              <a:defRPr sz="40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roxima Nova"/>
              <a:buNone/>
              <a:defRPr sz="40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roxima Nova"/>
              <a:buNone/>
              <a:defRPr sz="40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roxima Nova"/>
              <a:buNone/>
              <a:defRPr sz="40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roxima Nova"/>
              <a:buNone/>
              <a:defRPr sz="40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  <p:sp>
        <p:nvSpPr>
          <p:cNvPr id="127" name="Google Shape;127;p17"/>
          <p:cNvSpPr/>
          <p:nvPr/>
        </p:nvSpPr>
        <p:spPr>
          <a:xfrm>
            <a:off x="450495" y="909370"/>
            <a:ext cx="8229600" cy="27300"/>
          </a:xfrm>
          <a:prstGeom prst="rect">
            <a:avLst/>
          </a:prstGeom>
          <a:gradFill>
            <a:gsLst>
              <a:gs pos="0">
                <a:srgbClr val="82297B"/>
              </a:gs>
              <a:gs pos="100000">
                <a:srgbClr val="BF2151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128" name="Google Shape;128;p17"/>
          <p:cNvPicPr preferRelativeResize="0"/>
          <p:nvPr/>
        </p:nvPicPr>
        <p:blipFill rotWithShape="1">
          <a:blip r:embed="rId3">
            <a:alphaModFix/>
          </a:blip>
          <a:srcRect l="74369" b="57246"/>
          <a:stretch/>
        </p:blipFill>
        <p:spPr>
          <a:xfrm>
            <a:off x="0" y="3441250"/>
            <a:ext cx="2137423" cy="17022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56">
          <p15:clr>
            <a:srgbClr val="FA7B17"/>
          </p15:clr>
        </p15:guide>
        <p15:guide id="2" pos="2880">
          <p15:clr>
            <a:srgbClr val="FA7B17"/>
          </p15:clr>
        </p15:guide>
        <p15:guide id="3" pos="288">
          <p15:clr>
            <a:srgbClr val="FA7B17"/>
          </p15:clr>
        </p15:guide>
        <p15:guide id="4" pos="5472">
          <p15:clr>
            <a:srgbClr val="FA7B17"/>
          </p15:clr>
        </p15:guide>
        <p15:guide id="5" orient="horz" pos="2952">
          <p15:clr>
            <a:srgbClr val="FA7B17"/>
          </p15:clr>
        </p15:guide>
        <p15:guide id="6" orient="horz" pos="576">
          <p15:clr>
            <a:srgbClr val="FA7B17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ull Image slide">
  <p:cSld name="CUSTOM_1"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8"/>
          <p:cNvSpPr>
            <a:spLocks noGrp="1"/>
          </p:cNvSpPr>
          <p:nvPr>
            <p:ph type="pic" idx="2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 you 1">
  <p:cSld name="CUSTOM_2"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p1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869500" y="422954"/>
            <a:ext cx="1785676" cy="41595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9"/>
          <p:cNvSpPr txBox="1"/>
          <p:nvPr/>
        </p:nvSpPr>
        <p:spPr>
          <a:xfrm>
            <a:off x="2099100" y="1456925"/>
            <a:ext cx="52620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en-US" sz="4400" b="0" i="0" u="none" strike="noStrike" cap="none">
                <a:solidFill>
                  <a:schemeClr val="accent1"/>
                </a:solidFill>
                <a:latin typeface="Proxima Nova"/>
                <a:ea typeface="Proxima Nova"/>
                <a:cs typeface="Proxima Nova"/>
                <a:sym typeface="Proxima Nova"/>
              </a:rPr>
              <a:t>THANK YOU</a:t>
            </a:r>
            <a:endParaRPr sz="4400" b="0" i="0" u="none" strike="noStrike" cap="none">
              <a:solidFill>
                <a:schemeClr val="accen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34" name="Google Shape;134;p19"/>
          <p:cNvSpPr txBox="1">
            <a:spLocks noGrp="1"/>
          </p:cNvSpPr>
          <p:nvPr>
            <p:ph type="subTitle" idx="1"/>
          </p:nvPr>
        </p:nvSpPr>
        <p:spPr>
          <a:xfrm>
            <a:off x="2092775" y="2305650"/>
            <a:ext cx="5271900" cy="3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roxima Nova Semibold"/>
              <a:buNone/>
              <a:defRPr sz="1800" b="0" i="0" u="none" strike="noStrike" cap="none">
                <a:solidFill>
                  <a:srgbClr val="00000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roxima Nova Semibold"/>
              <a:buNone/>
              <a:defRPr sz="1800" b="0" i="0" u="none" strike="noStrike" cap="none">
                <a:solidFill>
                  <a:srgbClr val="00000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roxima Nova Semibold"/>
              <a:buNone/>
              <a:defRPr sz="1800" b="0" i="0" u="none" strike="noStrike" cap="none">
                <a:solidFill>
                  <a:srgbClr val="00000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roxima Nova Semibold"/>
              <a:buNone/>
              <a:defRPr sz="1800" b="0" i="0" u="none" strike="noStrike" cap="none">
                <a:solidFill>
                  <a:srgbClr val="00000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roxima Nova Semibold"/>
              <a:buNone/>
              <a:defRPr sz="1800" b="0" i="0" u="none" strike="noStrike" cap="none">
                <a:solidFill>
                  <a:srgbClr val="00000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roxima Nova Semibold"/>
              <a:buNone/>
              <a:defRPr sz="1800" b="0" i="0" u="none" strike="noStrike" cap="none">
                <a:solidFill>
                  <a:srgbClr val="00000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roxima Nova Semibold"/>
              <a:buNone/>
              <a:defRPr sz="1800" b="0" i="0" u="none" strike="noStrike" cap="none">
                <a:solidFill>
                  <a:srgbClr val="00000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roxima Nova Semibold"/>
              <a:buNone/>
              <a:defRPr sz="1800" b="0" i="0" u="none" strike="noStrike" cap="none">
                <a:solidFill>
                  <a:srgbClr val="00000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roxima Nova Semibold"/>
              <a:buNone/>
              <a:defRPr sz="1800" b="0" i="0" u="none" strike="noStrike" cap="none">
                <a:solidFill>
                  <a:srgbClr val="00000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9pPr>
          </a:lstStyle>
          <a:p>
            <a:endParaRPr/>
          </a:p>
        </p:txBody>
      </p:sp>
      <p:pic>
        <p:nvPicPr>
          <p:cNvPr id="135" name="Google Shape;135;p19"/>
          <p:cNvPicPr preferRelativeResize="0"/>
          <p:nvPr/>
        </p:nvPicPr>
        <p:blipFill rotWithShape="1">
          <a:blip r:embed="rId3">
            <a:alphaModFix/>
          </a:blip>
          <a:srcRect l="75973" b="53060"/>
          <a:stretch/>
        </p:blipFill>
        <p:spPr>
          <a:xfrm>
            <a:off x="0" y="3412175"/>
            <a:ext cx="2049152" cy="1731325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9"/>
          <p:cNvSpPr txBox="1"/>
          <p:nvPr/>
        </p:nvSpPr>
        <p:spPr>
          <a:xfrm>
            <a:off x="2166200" y="3363550"/>
            <a:ext cx="6489000" cy="130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accent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About Relevantz</a:t>
            </a:r>
            <a:endParaRPr sz="1400" b="0" i="0" u="none" strike="noStrike" cap="none">
              <a:solidFill>
                <a:schemeClr val="accent1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Relevantz Technology Services Inc. has been delivering relevant technology solutions to help improve lives for 25 years. Our team of 1200+ software engineers across 5 global offices serve customers across the finance, healthcare, insurance, media, telecom, retail, and technology sectors. Learn more at</a:t>
            </a:r>
            <a:r>
              <a:rPr lang="en-US" sz="1000" b="0" i="0" u="none" strike="noStrike" cap="none">
                <a:solidFill>
                  <a:schemeClr val="hlink"/>
                </a:solidFill>
                <a:uFill>
                  <a:noFill/>
                </a:uFill>
                <a:latin typeface="Proxima Nova"/>
                <a:ea typeface="Proxima Nova"/>
                <a:cs typeface="Proxima Nova"/>
                <a:sym typeface="Proxima Nova"/>
                <a:hlinkClick r:id="rId4"/>
              </a:rPr>
              <a:t> </a:t>
            </a:r>
            <a:r>
              <a:rPr lang="en-US" sz="1000" b="0" i="0" u="none" strike="noStrike" cap="none">
                <a:solidFill>
                  <a:schemeClr val="hlink"/>
                </a:solidFill>
                <a:uFill>
                  <a:noFill/>
                </a:uFill>
                <a:latin typeface="Proxima Nova Semibold"/>
                <a:ea typeface="Proxima Nova Semibold"/>
                <a:cs typeface="Proxima Nova Semibold"/>
                <a:sym typeface="Proxima Nova Semibold"/>
                <a:hlinkClick r:id="rId5"/>
              </a:rPr>
              <a:t>www.relevantz.com</a:t>
            </a:r>
            <a:r>
              <a:rPr lang="en-US" sz="10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 or </a:t>
            </a:r>
            <a:r>
              <a:rPr lang="en-US" sz="1000" b="0" i="0" u="none" strike="noStrike" cap="none">
                <a:solidFill>
                  <a:schemeClr val="hlink"/>
                </a:solidFill>
                <a:uFill>
                  <a:noFill/>
                </a:uFill>
                <a:latin typeface="Proxima Nova"/>
                <a:ea typeface="Proxima Nova"/>
                <a:cs typeface="Proxima Nova"/>
                <a:sym typeface="Proxima Nova"/>
                <a:hlinkClick r:id="rId6"/>
              </a:rPr>
              <a:t>@relevantz</a:t>
            </a:r>
            <a:endParaRPr sz="1000" b="0" i="0" u="none" strike="noStrike" cap="none">
              <a:solidFill>
                <a:schemeClr val="accent1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00" b="0" i="0" u="none" strike="noStrike" cap="none">
              <a:solidFill>
                <a:srgbClr val="000000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© 2022 Relevantz Technology Services, Inc. All rights reserved</a:t>
            </a:r>
            <a:endParaRPr sz="1000" b="0" i="0" u="none" strike="noStrike" cap="non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37" name="Google Shape;137;p19"/>
          <p:cNvSpPr/>
          <p:nvPr/>
        </p:nvSpPr>
        <p:spPr>
          <a:xfrm>
            <a:off x="2166199" y="3057550"/>
            <a:ext cx="6492300" cy="27900"/>
          </a:xfrm>
          <a:prstGeom prst="rect">
            <a:avLst/>
          </a:prstGeom>
          <a:gradFill>
            <a:gsLst>
              <a:gs pos="0">
                <a:srgbClr val="82297B"/>
              </a:gs>
              <a:gs pos="100000">
                <a:srgbClr val="BF2151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0" name="Google Shape;140;p2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1" name="Google Shape;141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uble line heading cover slide - White BG">
  <p:cSld name="TITLE_1">
    <p:spTree>
      <p:nvGrpSpPr>
        <p:cNvPr id="1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7;p2"/>
          <p:cNvSpPr txBox="1">
            <a:spLocks noGrp="1"/>
          </p:cNvSpPr>
          <p:nvPr>
            <p:ph type="title"/>
          </p:nvPr>
        </p:nvSpPr>
        <p:spPr>
          <a:xfrm>
            <a:off x="3613500" y="1606150"/>
            <a:ext cx="5073300" cy="137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Proxima Nova"/>
              <a:buNone/>
              <a:defRPr sz="4400" b="1">
                <a:solidFill>
                  <a:schemeClr val="accen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Font typeface="Proxima Nova"/>
              <a:buNone/>
              <a:defRPr sz="4000" b="1">
                <a:latin typeface="Proxima Nova"/>
                <a:ea typeface="Proxima Nova"/>
                <a:cs typeface="Proxima Nova"/>
                <a:sym typeface="Proxima Nov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Font typeface="Proxima Nova"/>
              <a:buNone/>
              <a:defRPr sz="4000" b="1">
                <a:latin typeface="Proxima Nova"/>
                <a:ea typeface="Proxima Nova"/>
                <a:cs typeface="Proxima Nova"/>
                <a:sym typeface="Proxima Nov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Font typeface="Proxima Nova"/>
              <a:buNone/>
              <a:defRPr sz="4000" b="1">
                <a:latin typeface="Proxima Nova"/>
                <a:ea typeface="Proxima Nova"/>
                <a:cs typeface="Proxima Nova"/>
                <a:sym typeface="Proxima Nov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Font typeface="Proxima Nova"/>
              <a:buNone/>
              <a:defRPr sz="4000" b="1">
                <a:latin typeface="Proxima Nova"/>
                <a:ea typeface="Proxima Nova"/>
                <a:cs typeface="Proxima Nova"/>
                <a:sym typeface="Proxima Nov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Font typeface="Proxima Nova"/>
              <a:buNone/>
              <a:defRPr sz="4000" b="1">
                <a:latin typeface="Proxima Nova"/>
                <a:ea typeface="Proxima Nova"/>
                <a:cs typeface="Proxima Nova"/>
                <a:sym typeface="Proxima Nov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Font typeface="Proxima Nova"/>
              <a:buNone/>
              <a:defRPr sz="4000" b="1">
                <a:latin typeface="Proxima Nova"/>
                <a:ea typeface="Proxima Nova"/>
                <a:cs typeface="Proxima Nova"/>
                <a:sym typeface="Proxima Nov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Font typeface="Proxima Nova"/>
              <a:buNone/>
              <a:defRPr sz="4000" b="1">
                <a:latin typeface="Proxima Nova"/>
                <a:ea typeface="Proxima Nova"/>
                <a:cs typeface="Proxima Nova"/>
                <a:sym typeface="Proxima Nov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Font typeface="Proxima Nova"/>
              <a:buNone/>
              <a:defRPr sz="4000" b="1"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  <p:pic>
        <p:nvPicPr>
          <p:cNvPr id="8" name="Google Shape;8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7200" y="495086"/>
            <a:ext cx="2751375" cy="640925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9;p2"/>
          <p:cNvSpPr txBox="1">
            <a:spLocks noGrp="1"/>
          </p:cNvSpPr>
          <p:nvPr>
            <p:ph type="subTitle" idx="1"/>
          </p:nvPr>
        </p:nvSpPr>
        <p:spPr>
          <a:xfrm>
            <a:off x="3651850" y="3111025"/>
            <a:ext cx="5034900" cy="32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Font typeface="Proxima Nova"/>
              <a:buNone/>
              <a:defRPr sz="1800"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Font typeface="Proxima Nova"/>
              <a:buNone/>
              <a:defRPr sz="1800">
                <a:latin typeface="Proxima Nova"/>
                <a:ea typeface="Proxima Nova"/>
                <a:cs typeface="Proxima Nova"/>
                <a:sym typeface="Proxima Nov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Font typeface="Proxima Nova"/>
              <a:buNone/>
              <a:defRPr sz="1800">
                <a:latin typeface="Proxima Nova"/>
                <a:ea typeface="Proxima Nova"/>
                <a:cs typeface="Proxima Nova"/>
                <a:sym typeface="Proxima Nov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Font typeface="Proxima Nova"/>
              <a:buNone/>
              <a:defRPr sz="1800">
                <a:latin typeface="Proxima Nova"/>
                <a:ea typeface="Proxima Nova"/>
                <a:cs typeface="Proxima Nova"/>
                <a:sym typeface="Proxima Nov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Font typeface="Proxima Nova"/>
              <a:buNone/>
              <a:defRPr sz="1800">
                <a:latin typeface="Proxima Nova"/>
                <a:ea typeface="Proxima Nova"/>
                <a:cs typeface="Proxima Nova"/>
                <a:sym typeface="Proxima Nov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Font typeface="Proxima Nova"/>
              <a:buNone/>
              <a:defRPr sz="1800">
                <a:latin typeface="Proxima Nova"/>
                <a:ea typeface="Proxima Nova"/>
                <a:cs typeface="Proxima Nova"/>
                <a:sym typeface="Proxima Nov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Font typeface="Proxima Nova"/>
              <a:buNone/>
              <a:defRPr sz="1800">
                <a:latin typeface="Proxima Nova"/>
                <a:ea typeface="Proxima Nova"/>
                <a:cs typeface="Proxima Nova"/>
                <a:sym typeface="Proxima Nov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Font typeface="Proxima Nova"/>
              <a:buNone/>
              <a:defRPr sz="1800">
                <a:latin typeface="Proxima Nova"/>
                <a:ea typeface="Proxima Nova"/>
                <a:cs typeface="Proxima Nova"/>
                <a:sym typeface="Proxima Nov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Font typeface="Proxima Nova"/>
              <a:buNone/>
              <a:defRPr sz="1800"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/>
          <p:nvPr/>
        </p:nvSpPr>
        <p:spPr>
          <a:xfrm>
            <a:off x="4258440" y="4657790"/>
            <a:ext cx="44283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999999"/>
                </a:solidFill>
                <a:latin typeface="Proxima Nova"/>
                <a:ea typeface="Proxima Nova"/>
                <a:cs typeface="Proxima Nova"/>
                <a:sym typeface="Proxima Nova"/>
              </a:rPr>
              <a:t>© 2022 Relevantz Technology Services, Inc. All rights reserved</a:t>
            </a:r>
            <a:endParaRPr sz="800">
              <a:solidFill>
                <a:srgbClr val="999999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11" name="Google Shape;11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440811"/>
            <a:ext cx="3184312" cy="370268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72251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A7B17"/>
          </p15:clr>
        </p15:guide>
        <p15:guide id="2" pos="2880">
          <p15:clr>
            <a:srgbClr val="FA7B17"/>
          </p15:clr>
        </p15:guide>
        <p15:guide id="3" pos="288">
          <p15:clr>
            <a:srgbClr val="FA7B17"/>
          </p15:clr>
        </p15:guide>
        <p15:guide id="4" pos="5472">
          <p15:clr>
            <a:srgbClr val="FA7B17"/>
          </p15:clr>
        </p15:guide>
        <p15:guide id="5" orient="horz" pos="2952">
          <p15:clr>
            <a:srgbClr val="FA7B17"/>
          </p15:clr>
        </p15:guide>
        <p15:guide id="6" orient="horz" pos="576">
          <p15:clr>
            <a:srgbClr val="FA7B17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0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9"/>
          <p:cNvSpPr txBox="1">
            <a:spLocks noGrp="1"/>
          </p:cNvSpPr>
          <p:nvPr>
            <p:ph type="title"/>
          </p:nvPr>
        </p:nvSpPr>
        <p:spPr>
          <a:xfrm>
            <a:off x="3322767" y="2000966"/>
            <a:ext cx="5429100" cy="1611169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en-US" sz="2800" b="0" dirty="0"/>
              <a:t>Delivery Quality Summary Report</a:t>
            </a:r>
            <a:r>
              <a:rPr lang="en-US" sz="2000" b="0" dirty="0"/>
              <a:t/>
            </a:r>
            <a:br>
              <a:rPr lang="en-US" sz="2000" b="0" dirty="0"/>
            </a:br>
            <a:r>
              <a:rPr lang="en-US" sz="2000" b="0" dirty="0"/>
              <a:t>BOH - 3.19 </a:t>
            </a:r>
            <a:r>
              <a:rPr lang="en-US" sz="1800" b="0" dirty="0"/>
              <a:t>Sprint 3 </a:t>
            </a:r>
            <a:r>
              <a:rPr lang="en-US" sz="1200" b="0" dirty="0"/>
              <a:t>[20-Mar-2024 to 02-Apr-2024]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47"/>
          <p:cNvSpPr txBox="1">
            <a:spLocks noGrp="1"/>
          </p:cNvSpPr>
          <p:nvPr>
            <p:ph type="sldNum" idx="12"/>
          </p:nvPr>
        </p:nvSpPr>
        <p:spPr>
          <a:xfrm>
            <a:off x="8472450" y="4810265"/>
            <a:ext cx="548700" cy="2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  <p:cxnSp>
        <p:nvCxnSpPr>
          <p:cNvPr id="380" name="Google Shape;380;p47"/>
          <p:cNvCxnSpPr/>
          <p:nvPr/>
        </p:nvCxnSpPr>
        <p:spPr>
          <a:xfrm rot="10800000">
            <a:off x="280108" y="2679178"/>
            <a:ext cx="8465400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round/>
            <a:headEnd type="oval" w="med" len="med"/>
            <a:tailEnd type="oval" w="med" len="med"/>
          </a:ln>
        </p:spPr>
      </p:cxnSp>
      <p:cxnSp>
        <p:nvCxnSpPr>
          <p:cNvPr id="381" name="Google Shape;381;p47"/>
          <p:cNvCxnSpPr/>
          <p:nvPr/>
        </p:nvCxnSpPr>
        <p:spPr>
          <a:xfrm>
            <a:off x="4158625" y="376350"/>
            <a:ext cx="0" cy="471210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383" name="Google Shape;383;p47"/>
          <p:cNvSpPr txBox="1"/>
          <p:nvPr/>
        </p:nvSpPr>
        <p:spPr>
          <a:xfrm>
            <a:off x="356367" y="72242"/>
            <a:ext cx="3726000" cy="3754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lnSpc>
                <a:spcPct val="114999"/>
              </a:lnSpc>
            </a:pPr>
            <a:r>
              <a:rPr lang="en-US" sz="1600" b="1" dirty="0">
                <a:solidFill>
                  <a:schemeClr val="accent1"/>
                </a:solidFill>
                <a:latin typeface="Proxima Nova"/>
                <a:sym typeface="Proxima Nova"/>
              </a:rPr>
              <a:t>BOH</a:t>
            </a:r>
            <a:endParaRPr lang="en-US" dirty="0"/>
          </a:p>
        </p:txBody>
      </p:sp>
      <p:sp>
        <p:nvSpPr>
          <p:cNvPr id="394" name="Google Shape;394;p47"/>
          <p:cNvSpPr txBox="1"/>
          <p:nvPr/>
        </p:nvSpPr>
        <p:spPr>
          <a:xfrm>
            <a:off x="498855" y="2834435"/>
            <a:ext cx="3441023" cy="1649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dirty="0">
                <a:solidFill>
                  <a:schemeClr val="tx1"/>
                </a:solidFill>
                <a:latin typeface="Proxima Nova"/>
                <a:ea typeface="Proxima Nova"/>
                <a:cs typeface="Proxima Nova"/>
                <a:sym typeface="Proxima Nova"/>
              </a:rPr>
              <a:t>Highlights</a:t>
            </a:r>
            <a:r>
              <a:rPr lang="en-US" sz="1200" b="1" dirty="0">
                <a:solidFill>
                  <a:srgbClr val="27235C"/>
                </a:solidFill>
                <a:latin typeface="Proxima Nova"/>
                <a:ea typeface="Proxima Nova"/>
                <a:cs typeface="Proxima Nova"/>
                <a:sym typeface="Proxima Nova"/>
              </a:rPr>
              <a:t>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200" dirty="0">
              <a:solidFill>
                <a:srgbClr val="27235C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GB" sz="1200" dirty="0">
                <a:latin typeface="Proxima Nova"/>
              </a:rPr>
              <a:t>Completed Last modified date/user visibility for Ingredients and Products</a:t>
            </a:r>
            <a:r>
              <a:rPr lang="en-US" sz="1200" dirty="0">
                <a:latin typeface="Proxima Nova"/>
                <a:sym typeface="Proxima Nova"/>
              </a:rPr>
              <a:t>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endParaRPr lang="en-US" sz="1200" dirty="0">
              <a:latin typeface="Proxima Nova"/>
              <a:sym typeface="Proxima Nova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200" dirty="0">
                <a:latin typeface="Proxima Nova"/>
              </a:rPr>
              <a:t>Added new column Price Per Product Measurement in Bid Analysis.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endParaRPr lang="en-US" sz="1200" dirty="0">
              <a:latin typeface="Proxima Nova"/>
              <a:sym typeface="Proxima Nova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endParaRPr lang="en-US" sz="1200" dirty="0">
              <a:latin typeface="Proxima Nova"/>
              <a:sym typeface="Proxima Nova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endParaRPr lang="en-US" sz="1200" dirty="0">
              <a:latin typeface="Proxima Nov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200" b="1" dirty="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395" name="Google Shape;395;p47"/>
          <p:cNvSpPr/>
          <p:nvPr/>
        </p:nvSpPr>
        <p:spPr>
          <a:xfrm>
            <a:off x="8686800" y="56125"/>
            <a:ext cx="391800" cy="381000"/>
          </a:xfrm>
          <a:prstGeom prst="ellipse">
            <a:avLst/>
          </a:prstGeom>
          <a:solidFill>
            <a:srgbClr val="92D050"/>
          </a:solidFill>
          <a:ln w="127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lang="en-US" sz="600" b="1" i="0" u="none" strike="noStrike" cap="none">
              <a:solidFill>
                <a:schemeClr val="tx1"/>
              </a:solidFill>
              <a:latin typeface="Proxima Nova"/>
              <a:ea typeface="Arial"/>
              <a:cs typeface="Arial"/>
            </a:endParaRPr>
          </a:p>
        </p:txBody>
      </p:sp>
      <p:sp>
        <p:nvSpPr>
          <p:cNvPr id="397" name="Google Shape;397;p47"/>
          <p:cNvSpPr txBox="1"/>
          <p:nvPr/>
        </p:nvSpPr>
        <p:spPr>
          <a:xfrm>
            <a:off x="280108" y="525317"/>
            <a:ext cx="3697028" cy="1655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63500">
              <a:lnSpc>
                <a:spcPct val="114999"/>
              </a:lnSpc>
              <a:buClr>
                <a:schemeClr val="dk1"/>
              </a:buClr>
              <a:buSzPts val="800"/>
            </a:pPr>
            <a:r>
              <a:rPr lang="en-US" sz="1200" b="1" dirty="0">
                <a:solidFill>
                  <a:schemeClr val="dk1"/>
                </a:solidFill>
                <a:latin typeface="Proxima Nova"/>
                <a:ea typeface="Proxima Nova"/>
                <a:cs typeface="Proxima Nova"/>
              </a:rPr>
              <a:t>Sprint Delivery Summary:</a:t>
            </a:r>
          </a:p>
          <a:p>
            <a:pPr fontAlgn="base"/>
            <a:endParaRPr lang="en-US" dirty="0"/>
          </a:p>
          <a:p>
            <a:pPr marL="228600" lvl="1" indent="-228600" fontAlgn="base">
              <a:buFont typeface="Arial" panose="020B0604020202020204" pitchFamily="34" charset="0"/>
              <a:buChar char="•"/>
            </a:pPr>
            <a:r>
              <a:rPr lang="en-IN" sz="1200" dirty="0">
                <a:latin typeface="Proxima Nova"/>
              </a:rPr>
              <a:t>Bidding Status Update</a:t>
            </a:r>
            <a:r>
              <a:rPr lang="en-US" sz="1200" dirty="0">
                <a:latin typeface="Proxima Nova"/>
              </a:rPr>
              <a:t>.</a:t>
            </a:r>
          </a:p>
          <a:p>
            <a:pPr marL="228600" lvl="1" indent="-228600" fontAlgn="base">
              <a:buFont typeface="Arial" panose="020B0604020202020204" pitchFamily="34" charset="0"/>
              <a:buChar char="•"/>
            </a:pPr>
            <a:r>
              <a:rPr lang="en-GB" sz="1200" dirty="0">
                <a:latin typeface="Proxima Nova"/>
              </a:rPr>
              <a:t>User Visibility/Last modified details in Ingredients</a:t>
            </a:r>
            <a:r>
              <a:rPr lang="en-US" sz="1200" dirty="0">
                <a:latin typeface="Proxima Nova"/>
              </a:rPr>
              <a:t>.</a:t>
            </a:r>
          </a:p>
          <a:p>
            <a:pPr marL="171450" lvl="1" indent="-171450" fontAlgn="base">
              <a:buFont typeface="Arial" panose="020B0604020202020204" pitchFamily="34" charset="0"/>
              <a:buChar char="•"/>
            </a:pPr>
            <a:r>
              <a:rPr lang="en-GB" sz="1200" dirty="0">
                <a:latin typeface="Proxima Nova"/>
              </a:rPr>
              <a:t>Add more options to 'Items with Variance' filter</a:t>
            </a:r>
            <a:r>
              <a:rPr lang="en-US" sz="1200" dirty="0">
                <a:latin typeface="Proxima Nova"/>
              </a:rPr>
              <a:t>.</a:t>
            </a:r>
          </a:p>
          <a:p>
            <a:pPr marL="171450" lvl="1" indent="-171450" fontAlgn="base">
              <a:buFont typeface="Arial" panose="020B0604020202020204" pitchFamily="34" charset="0"/>
              <a:buChar char="•"/>
            </a:pPr>
            <a:r>
              <a:rPr lang="en-IN" sz="1200" dirty="0">
                <a:latin typeface="Proxima Nova"/>
              </a:rPr>
              <a:t>SFTP Communication Log Enhancement</a:t>
            </a:r>
            <a:endParaRPr lang="en-US" sz="1200" dirty="0">
              <a:latin typeface="Proxima Nova"/>
            </a:endParaRPr>
          </a:p>
          <a:p>
            <a:pPr marL="234950" indent="-171450">
              <a:lnSpc>
                <a:spcPct val="114999"/>
              </a:lnSpc>
              <a:buClr>
                <a:schemeClr val="dk1"/>
              </a:buClr>
              <a:buSzPts val="800"/>
              <a:buFont typeface="Arial" panose="020B0604020202020204" pitchFamily="34" charset="0"/>
              <a:buChar char="•"/>
            </a:pPr>
            <a:endParaRPr lang="en-US" sz="1200" dirty="0">
              <a:solidFill>
                <a:schemeClr val="dk1"/>
              </a:solidFill>
              <a:latin typeface="Proxima Nova"/>
              <a:ea typeface="Proxima Nova"/>
              <a:cs typeface="Proxima Nova"/>
            </a:endParaRPr>
          </a:p>
        </p:txBody>
      </p:sp>
      <p:sp>
        <p:nvSpPr>
          <p:cNvPr id="32" name="Google Shape;394;p47">
            <a:extLst>
              <a:ext uri="{FF2B5EF4-FFF2-40B4-BE49-F238E27FC236}">
                <a16:creationId xmlns:a16="http://schemas.microsoft.com/office/drawing/2014/main" id="{05F2F361-C49A-499B-97E8-FFA73DC8D02E}"/>
              </a:ext>
            </a:extLst>
          </p:cNvPr>
          <p:cNvSpPr txBox="1"/>
          <p:nvPr/>
        </p:nvSpPr>
        <p:spPr>
          <a:xfrm>
            <a:off x="4376278" y="2825400"/>
            <a:ext cx="4443844" cy="1649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dirty="0">
                <a:solidFill>
                  <a:schemeClr val="tx1"/>
                </a:solidFill>
                <a:latin typeface="Proxima Nova"/>
                <a:ea typeface="Proxima Nova"/>
                <a:cs typeface="Proxima Nova"/>
                <a:sym typeface="Proxima Nova"/>
              </a:rPr>
              <a:t>Retrospective</a:t>
            </a:r>
            <a:r>
              <a:rPr lang="en-US" sz="1200" b="1" dirty="0">
                <a:solidFill>
                  <a:srgbClr val="27235C"/>
                </a:solidFill>
                <a:latin typeface="Proxima Nova"/>
                <a:ea typeface="Proxima Nova"/>
                <a:cs typeface="Proxima Nova"/>
                <a:sym typeface="Proxima Nova"/>
              </a:rPr>
              <a:t>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200" dirty="0">
              <a:solidFill>
                <a:srgbClr val="27235C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r>
              <a:rPr lang="en-US" sz="1200" u="sng" dirty="0">
                <a:latin typeface="Proxima Nova"/>
                <a:sym typeface="Proxima Nova"/>
              </a:rPr>
              <a:t>What went well?</a:t>
            </a:r>
            <a:endParaRPr lang="en-US" sz="1200" u="sng" dirty="0">
              <a:latin typeface="Proxima Nova" panose="020B0604020202020204" charset="0"/>
            </a:endParaRPr>
          </a:p>
          <a:p>
            <a:pPr marL="171450" lvl="1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Proxima Nova"/>
                <a:sym typeface="Proxima Nova"/>
              </a:rPr>
              <a:t>In spite of having some client side dependency, all development activities for current sprint are completed.</a:t>
            </a:r>
            <a:endParaRPr lang="en-US" sz="1200" dirty="0">
              <a:latin typeface="Proxima Nova" panose="020B060402020202020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200" b="1" dirty="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5C51C38-AC69-59A8-5F8A-B9B6F4AAD0D0}"/>
              </a:ext>
            </a:extLst>
          </p:cNvPr>
          <p:cNvSpPr txBox="1"/>
          <p:nvPr/>
        </p:nvSpPr>
        <p:spPr>
          <a:xfrm>
            <a:off x="8642802" y="108858"/>
            <a:ext cx="691695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200" b="1" dirty="0">
                <a:latin typeface="Proxima Nova"/>
              </a:rPr>
              <a:t>60%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3B31D3A-79CC-D707-DD4B-DD8435548187}"/>
              </a:ext>
            </a:extLst>
          </p:cNvPr>
          <p:cNvSpPr txBox="1"/>
          <p:nvPr/>
        </p:nvSpPr>
        <p:spPr>
          <a:xfrm>
            <a:off x="5315858" y="111125"/>
            <a:ext cx="3426731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>
                <a:latin typeface="Proxima Nova"/>
              </a:rPr>
              <a:t>Delivery &amp; Engineering Quality Score</a:t>
            </a:r>
          </a:p>
        </p:txBody>
      </p:sp>
    </p:spTree>
    <p:extLst>
      <p:ext uri="{BB962C8B-B14F-4D97-AF65-F5344CB8AC3E}">
        <p14:creationId xmlns:p14="http://schemas.microsoft.com/office/powerpoint/2010/main" val="20556519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50701808"/>
      </p:ext>
    </p:extLst>
  </p:cSld>
  <p:clrMapOvr>
    <a:masterClrMapping/>
  </p:clrMapOvr>
</p:sld>
</file>

<file path=ppt/theme/theme1.xml><?xml version="1.0" encoding="utf-8"?>
<a:theme xmlns:a="http://schemas.openxmlformats.org/drawingml/2006/main" name="Relevantz - Customer Facing Slide Template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27235C"/>
      </a:accent1>
      <a:accent2>
        <a:srgbClr val="E01950"/>
      </a:accent2>
      <a:accent3>
        <a:srgbClr val="97247E"/>
      </a:accent3>
      <a:accent4>
        <a:srgbClr val="B5B3DA"/>
      </a:accent4>
      <a:accent5>
        <a:srgbClr val="D6D5EB"/>
      </a:accent5>
      <a:accent6>
        <a:srgbClr val="DCDBE4"/>
      </a:accent6>
      <a:hlink>
        <a:srgbClr val="E0195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101</Words>
  <Application>Microsoft Office PowerPoint</Application>
  <PresentationFormat>On-screen Show (16:9)</PresentationFormat>
  <Paragraphs>22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Proxima Nova Semibold</vt:lpstr>
      <vt:lpstr>Proxima Nova</vt:lpstr>
      <vt:lpstr>Relevantz - Customer Facing Slide Template</vt:lpstr>
      <vt:lpstr>Delivery Quality Summary Report BOH - 3.19 Sprint 3 [20-Mar-2024 to 02-Apr-2024]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Balasubramanian, Ganapathi</cp:lastModifiedBy>
  <cp:revision>36</cp:revision>
  <dcterms:modified xsi:type="dcterms:W3CDTF">2025-07-26T12:20:38Z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2025-07-21T11:17:00Z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fe66d7b1-c17e-4ba8-a08d-2e146117dc7e</vt:lpwstr>
  </property>
  <property fmtid="{D5CDD505-2E9C-101B-9397-08002B2CF9AE}" pid="7" name="MSIP_Label_defa4170-0d19-0005-0004-bc88714345d2_ActionId">
    <vt:lpwstr>acc080f0-7c34-4378-8355-4ced402a3e0a</vt:lpwstr>
  </property>
  <property fmtid="{D5CDD505-2E9C-101B-9397-08002B2CF9AE}" pid="8" name="MSIP_Label_defa4170-0d19-0005-0004-bc88714345d2_ContentBits">
    <vt:lpwstr>0</vt:lpwstr>
  </property>
  <property fmtid="{D5CDD505-2E9C-101B-9397-08002B2CF9AE}" pid="9" name="MSIP_Label_defa4170-0d19-0005-0004-bc88714345d2_Tag">
    <vt:lpwstr>10, 3, 0, 2</vt:lpwstr>
  </property>
</Properties>
</file>